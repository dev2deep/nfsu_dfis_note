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84" r:id="rId3"/>
    <p:sldId id="285" r:id="rId5"/>
    <p:sldId id="301" r:id="rId6"/>
    <p:sldId id="359" r:id="rId7"/>
    <p:sldId id="358" r:id="rId8"/>
    <p:sldId id="360" r:id="rId9"/>
    <p:sldId id="361" r:id="rId10"/>
    <p:sldId id="363" r:id="rId11"/>
    <p:sldId id="344" r:id="rId12"/>
  </p:sldIdLst>
  <p:sldSz cx="9144000" cy="6858000" type="screen4x3"/>
  <p:notesSz cx="6858000" cy="9144000"/>
  <p:defaultTextStyle>
    <a:defPPr>
      <a:defRPr lang="zh-TW"/>
    </a:defPPr>
    <a:lvl1pPr marL="0" lvl="0"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1pPr>
    <a:lvl2pPr marL="457200" lvl="1"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2pPr>
    <a:lvl3pPr marL="914400" lvl="2"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3pPr>
    <a:lvl4pPr marL="1371600" lvl="3"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4pPr>
    <a:lvl5pPr marL="1828800" lvl="4"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5pPr>
    <a:lvl6pPr marL="2286000" lvl="5"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6pPr>
    <a:lvl7pPr marL="2743200" lvl="6"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7pPr>
    <a:lvl8pPr marL="3200400" lvl="7"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8pPr>
    <a:lvl9pPr marL="3657600" lvl="8"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a:srgbClr val="FF3300"/>
    <a:srgbClr val="008000"/>
    <a:srgbClr val="FF3399"/>
    <a:srgbClr val="00CC00"/>
    <a:srgbClr val="3333FF"/>
    <a:srgbClr val="FFFF00"/>
    <a:srgbClr val="33CC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40"/>
    <p:restoredTop sz="94660"/>
  </p:normalViewPr>
  <p:slideViewPr>
    <p:cSldViewPr showGuides="1">
      <p:cViewPr>
        <p:scale>
          <a:sx n="80" d="100"/>
          <a:sy n="80" d="100"/>
        </p:scale>
        <p:origin x="1522" y="91"/>
      </p:cViewPr>
      <p:guideLst>
        <p:guide orient="horz" pos="2155"/>
        <p:guide pos="2880"/>
      </p:guideLst>
    </p:cSldViewPr>
  </p:slideViewPr>
  <p:notesTextViewPr>
    <p:cViewPr>
      <p:scale>
        <a:sx n="100" d="100"/>
        <a:sy n="100" d="100"/>
      </p:scale>
      <p:origin x="0" y="0"/>
    </p:cViewPr>
  </p:notesTextViewPr>
  <p:sorterViewPr showFormatting="0">
    <p:cViewPr>
      <p:scale>
        <a:sx n="66" d="100"/>
        <a:sy n="66" d="100"/>
      </p:scale>
      <p:origin x="0" y="1554"/>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6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p>
            <a:pPr lvl="0" algn="l" eaLnBrk="1" hangingPunct="1"/>
            <a:endParaRPr lang="en-US" altLang="zh-TW" sz="1200" dirty="0">
              <a:latin typeface="Arial" panose="020B0604020202020204" pitchFamily="34" charset="0"/>
              <a:ea typeface="PMingLiU" pitchFamily="18" charset="-120"/>
            </a:endParaRPr>
          </a:p>
        </p:txBody>
      </p:sp>
      <p:sp>
        <p:nvSpPr>
          <p:cNvPr id="92163"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p>
            <a:pPr lvl="0" algn="r" eaLnBrk="1" hangingPunct="1"/>
            <a:endParaRPr lang="en-US" altLang="zh-TW" sz="1200" dirty="0">
              <a:latin typeface="Arial" panose="020B0604020202020204" pitchFamily="34" charset="0"/>
              <a:ea typeface="PMingLiU" pitchFamily="18" charset="-120"/>
            </a:endParaRPr>
          </a:p>
        </p:txBody>
      </p:sp>
      <p:sp>
        <p:nvSpPr>
          <p:cNvPr id="38916"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92165"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TW" altLang="en-US" dirty="0"/>
              <a:t>按一下以編輯母片</a:t>
            </a:r>
            <a:endParaRPr lang="zh-TW" altLang="en-US" dirty="0"/>
          </a:p>
          <a:p>
            <a:pPr lvl="1"/>
            <a:r>
              <a:rPr lang="zh-TW" altLang="en-US" dirty="0"/>
              <a:t>第二層</a:t>
            </a:r>
            <a:endParaRPr lang="zh-TW" altLang="en-US" dirty="0"/>
          </a:p>
          <a:p>
            <a:pPr lvl="2"/>
            <a:r>
              <a:rPr lang="zh-TW" altLang="en-US" dirty="0"/>
              <a:t>第三層</a:t>
            </a:r>
            <a:endParaRPr lang="zh-TW" altLang="en-US" dirty="0"/>
          </a:p>
          <a:p>
            <a:pPr lvl="3"/>
            <a:r>
              <a:rPr lang="zh-TW" altLang="en-US" dirty="0"/>
              <a:t>第四層</a:t>
            </a:r>
            <a:endParaRPr lang="zh-TW" altLang="en-US" dirty="0"/>
          </a:p>
          <a:p>
            <a:pPr lvl="4"/>
            <a:r>
              <a:rPr lang="zh-TW" altLang="en-US" dirty="0"/>
              <a:t>第五層</a:t>
            </a:r>
            <a:endParaRPr lang="zh-TW" altLang="en-US" dirty="0"/>
          </a:p>
        </p:txBody>
      </p:sp>
      <p:sp>
        <p:nvSpPr>
          <p:cNvPr id="92166"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p>
            <a:pPr lvl="0" algn="l" eaLnBrk="1" hangingPunct="1"/>
            <a:endParaRPr lang="en-US" altLang="zh-TW" sz="1200" dirty="0">
              <a:latin typeface="Arial" panose="020B0604020202020204" pitchFamily="34" charset="0"/>
              <a:ea typeface="PMingLiU" pitchFamily="18" charset="-120"/>
            </a:endParaRPr>
          </a:p>
        </p:txBody>
      </p:sp>
      <p:sp>
        <p:nvSpPr>
          <p:cNvPr id="92167"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hangingPunct="1"/>
            <a:fld id="{9A0DB2DC-4C9A-4742-B13C-FB6460FD3503}" type="slidenum">
              <a:rPr lang="en-US" altLang="zh-TW" sz="1200" dirty="0">
                <a:latin typeface="Arial" panose="020B0604020202020204" pitchFamily="34" charset="0"/>
                <a:ea typeface="PMingLiU" pitchFamily="18" charset="-120"/>
              </a:rPr>
            </a:fld>
            <a:endParaRPr lang="en-US" altLang="zh-TW" sz="1200" dirty="0">
              <a:latin typeface="Arial" panose="020B0604020202020204" pitchFamily="34" charset="0"/>
              <a:ea typeface="PMingLiU" pitchFamily="18" charset="-12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Arial" panose="020B0604020202020204" pitchFamily="34" charset="0"/>
        <a:ea typeface="PMingLiU" pitchFamily="18" charset="-120"/>
        <a:cs typeface="+mn-cs"/>
      </a:defRPr>
    </a:lvl1pPr>
    <a:lvl2pPr marL="457200" algn="l" rtl="0" eaLnBrk="0" fontAlgn="base" hangingPunct="0">
      <a:spcBef>
        <a:spcPct val="30000"/>
      </a:spcBef>
      <a:spcAft>
        <a:spcPct val="0"/>
      </a:spcAft>
      <a:defRPr kumimoji="1" sz="1200" kern="1200">
        <a:solidFill>
          <a:schemeClr val="tx1"/>
        </a:solidFill>
        <a:latin typeface="Arial" panose="020B0604020202020204" pitchFamily="34" charset="0"/>
        <a:ea typeface="PMingLiU" pitchFamily="18" charset="-120"/>
        <a:cs typeface="+mn-cs"/>
      </a:defRPr>
    </a:lvl2pPr>
    <a:lvl3pPr marL="914400" algn="l" rtl="0" eaLnBrk="0" fontAlgn="base" hangingPunct="0">
      <a:spcBef>
        <a:spcPct val="30000"/>
      </a:spcBef>
      <a:spcAft>
        <a:spcPct val="0"/>
      </a:spcAft>
      <a:defRPr kumimoji="1" sz="1200" kern="1200">
        <a:solidFill>
          <a:schemeClr val="tx1"/>
        </a:solidFill>
        <a:latin typeface="Arial" panose="020B0604020202020204" pitchFamily="34" charset="0"/>
        <a:ea typeface="PMingLiU" pitchFamily="18" charset="-120"/>
        <a:cs typeface="+mn-cs"/>
      </a:defRPr>
    </a:lvl3pPr>
    <a:lvl4pPr marL="1371600" algn="l" rtl="0" eaLnBrk="0" fontAlgn="base" hangingPunct="0">
      <a:spcBef>
        <a:spcPct val="30000"/>
      </a:spcBef>
      <a:spcAft>
        <a:spcPct val="0"/>
      </a:spcAft>
      <a:defRPr kumimoji="1" sz="1200" kern="1200">
        <a:solidFill>
          <a:schemeClr val="tx1"/>
        </a:solidFill>
        <a:latin typeface="Arial" panose="020B0604020202020204" pitchFamily="34" charset="0"/>
        <a:ea typeface="PMingLiU" pitchFamily="18" charset="-120"/>
        <a:cs typeface="+mn-cs"/>
      </a:defRPr>
    </a:lvl4pPr>
    <a:lvl5pPr marL="1828800" algn="l" rtl="0" eaLnBrk="0" fontAlgn="base" hangingPunct="0">
      <a:spcBef>
        <a:spcPct val="30000"/>
      </a:spcBef>
      <a:spcAft>
        <a:spcPct val="0"/>
      </a:spcAft>
      <a:defRPr kumimoji="1" sz="1200" kern="1200">
        <a:solidFill>
          <a:schemeClr val="tx1"/>
        </a:solidFill>
        <a:latin typeface="Arial" panose="020B0604020202020204" pitchFamily="34" charset="0"/>
        <a:ea typeface="PMingLiU" pitchFamily="18" charset="-12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fld id="{9A0DB2DC-4C9A-4742-B13C-FB6460FD3503}" type="slidenum">
              <a:rPr lang="en-US" altLang="zh-TW" sz="1200" dirty="0">
                <a:latin typeface="Arial" panose="020B0604020202020204" pitchFamily="34" charset="0"/>
                <a:ea typeface="PMingLiU" pitchFamily="18" charset="-120"/>
              </a:rPr>
            </a:fld>
            <a:endParaRPr lang="en-US" altLang="zh-TW" sz="1200" dirty="0">
              <a:latin typeface="Arial" panose="020B0604020202020204" pitchFamily="34" charset="0"/>
              <a:ea typeface="PMingLiU" pitchFamily="18" charset="-120"/>
            </a:endParaRPr>
          </a:p>
        </p:txBody>
      </p:sp>
      <p:sp>
        <p:nvSpPr>
          <p:cNvPr id="39939" name="Rectangle 2"/>
          <p:cNvSpPr>
            <a:spLocks noGrp="1" noRot="1" noChangeAspect="1" noTextEdit="1"/>
          </p:cNvSpPr>
          <p:nvPr>
            <p:ph type="sldImg"/>
          </p:nvPr>
        </p:nvSpPr>
        <p:spPr/>
      </p:sp>
      <p:sp>
        <p:nvSpPr>
          <p:cNvPr id="39940" name="Rectangle 3"/>
          <p:cNvSpPr>
            <a:spLocks noGrp="1"/>
          </p:cNvSpPr>
          <p:nvPr>
            <p:ph type="body" idx="1"/>
          </p:nvPr>
        </p:nvSpPr>
        <p:spPr/>
        <p:txBody>
          <a:bodyPr wrap="square" lIns="91440" tIns="45720" rIns="91440" bIns="45720" anchor="t"/>
          <a:lstStyle/>
          <a:p>
            <a:pPr lvl="0" eaLnBrk="1" hangingPunct="1"/>
            <a:endParaRPr lang="zh-TW" altLang="zh-TW"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fld id="{9A0DB2DC-4C9A-4742-B13C-FB6460FD3503}" type="slidenum">
              <a:rPr lang="en-US" altLang="zh-TW" sz="1200" dirty="0">
                <a:latin typeface="Arial" panose="020B0604020202020204" pitchFamily="34" charset="0"/>
                <a:ea typeface="PMingLiU" pitchFamily="18" charset="-120"/>
              </a:rPr>
            </a:fld>
            <a:endParaRPr lang="en-US" altLang="zh-TW" sz="1200" dirty="0">
              <a:latin typeface="Arial" panose="020B0604020202020204" pitchFamily="34" charset="0"/>
              <a:ea typeface="PMingLiU" pitchFamily="18" charset="-120"/>
            </a:endParaRPr>
          </a:p>
        </p:txBody>
      </p:sp>
      <p:sp>
        <p:nvSpPr>
          <p:cNvPr id="40963" name="Rectangle 2"/>
          <p:cNvSpPr>
            <a:spLocks noGrp="1" noRot="1" noChangeAspect="1" noTextEdit="1"/>
          </p:cNvSpPr>
          <p:nvPr>
            <p:ph type="sldImg"/>
          </p:nvPr>
        </p:nvSpPr>
        <p:spPr/>
      </p:sp>
      <p:sp>
        <p:nvSpPr>
          <p:cNvPr id="40964" name="Rectangle 3"/>
          <p:cNvSpPr>
            <a:spLocks noGrp="1"/>
          </p:cNvSpPr>
          <p:nvPr>
            <p:ph type="body" idx="1"/>
          </p:nvPr>
        </p:nvSpPr>
        <p:spPr/>
        <p:txBody>
          <a:bodyPr wrap="square" lIns="91440" tIns="45720" rIns="91440" bIns="45720" anchor="t"/>
          <a:lstStyle/>
          <a:p>
            <a:pPr lvl="0" eaLnBrk="1" hangingPunct="1"/>
            <a:endParaRPr lang="zh-TW" altLang="zh-TW"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fld id="{9A0DB2DC-4C9A-4742-B13C-FB6460FD3503}" type="slidenum">
              <a:rPr lang="en-US" altLang="zh-TW" sz="1200" dirty="0">
                <a:latin typeface="Arial" panose="020B0604020202020204" pitchFamily="34" charset="0"/>
                <a:ea typeface="PMingLiU" pitchFamily="18" charset="-120"/>
              </a:rPr>
            </a:fld>
            <a:endParaRPr lang="en-US" altLang="zh-TW" sz="1200" dirty="0">
              <a:latin typeface="Arial" panose="020B0604020202020204" pitchFamily="34" charset="0"/>
              <a:ea typeface="PMingLiU" pitchFamily="18" charset="-120"/>
            </a:endParaRPr>
          </a:p>
        </p:txBody>
      </p:sp>
      <p:sp>
        <p:nvSpPr>
          <p:cNvPr id="41987" name="Rectangle 2"/>
          <p:cNvSpPr>
            <a:spLocks noGrp="1" noRot="1" noChangeAspect="1" noTextEdit="1"/>
          </p:cNvSpPr>
          <p:nvPr>
            <p:ph type="sldImg"/>
          </p:nvPr>
        </p:nvSpPr>
        <p:spPr/>
      </p:sp>
      <p:sp>
        <p:nvSpPr>
          <p:cNvPr id="41988" name="Rectangle 3"/>
          <p:cNvSpPr>
            <a:spLocks noGrp="1"/>
          </p:cNvSpPr>
          <p:nvPr>
            <p:ph type="body" idx="1"/>
          </p:nvPr>
        </p:nvSpPr>
        <p:spPr/>
        <p:txBody>
          <a:bodyPr wrap="square" lIns="91440" tIns="45720" rIns="91440" bIns="45720" anchor="t"/>
          <a:lstStyle/>
          <a:p>
            <a:pPr lvl="0" eaLnBrk="1" hangingPunct="1"/>
            <a:endParaRPr lang="zh-TW" altLang="zh-TW"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Ref idx="1003">
        <a:schemeClr val="bg1"/>
      </p:bgRef>
    </p:bg>
    <p:spTree>
      <p:nvGrpSpPr>
        <p:cNvPr id="1" name=""/>
        <p:cNvGrpSpPr/>
        <p:nvPr/>
      </p:nvGrpSpPr>
      <p:grpSpPr>
        <a:xfrm>
          <a:off x="0" y="0"/>
          <a:ext cx="0" cy="0"/>
          <a:chOff x="0" y="0"/>
          <a:chExt cx="0" cy="0"/>
        </a:xfrm>
      </p:grpSpPr>
      <p:sp>
        <p:nvSpPr>
          <p:cNvPr id="10" name="Rectangle 9"/>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defRPr>
            </a:lvl1pPr>
            <a:lvl2pPr marL="457200" lvl="1"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2pPr>
            <a:lvl3pPr marL="914400" lvl="2"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3pPr>
            <a:lvl4pPr marL="1371600" lvl="3"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4pPr>
            <a:lvl5pPr marL="1828800" lvl="4"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5pPr>
          </a:lstStyle>
          <a:p>
            <a:pPr lvl="0" eaLnBrk="1" hangingPunct="1">
              <a:buNone/>
            </a:pPr>
            <a:endParaRPr lang="en-US" altLang="x-none" dirty="0">
              <a:solidFill>
                <a:srgbClr val="FFFFFF"/>
              </a:solidFill>
              <a:latin typeface="Perpetua" panose="02020502060401020303" pitchFamily="18" charset="0"/>
            </a:endParaRPr>
          </a:p>
        </p:txBody>
      </p:sp>
      <p:sp useBgFill="1">
        <p:nvSpPr>
          <p:cNvPr id="11" name="Rounded Rectangle 10"/>
          <p:cNvSpPr/>
          <p:nvPr/>
        </p:nvSpPr>
        <p:spPr>
          <a:xfrm>
            <a:off x="65088" y="69850"/>
            <a:ext cx="901382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defRPr>
            </a:lvl1pPr>
            <a:lvl2pPr marL="457200" lvl="1"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2pPr>
            <a:lvl3pPr marL="914400" lvl="2"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3pPr>
            <a:lvl4pPr marL="1371600" lvl="3"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4pPr>
            <a:lvl5pPr marL="1828800" lvl="4"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5pPr>
          </a:lstStyle>
          <a:p>
            <a:pPr lvl="0" eaLnBrk="1" hangingPunct="1">
              <a:buNone/>
            </a:pPr>
            <a:endParaRPr lang="en-US" altLang="x-none" dirty="0">
              <a:solidFill>
                <a:srgbClr val="FFFFFF"/>
              </a:solidFill>
              <a:latin typeface="Perpetua" panose="02020502060401020303" pitchFamily="18" charset="0"/>
            </a:endParaRPr>
          </a:p>
        </p:txBody>
      </p:sp>
      <p:sp>
        <p:nvSpPr>
          <p:cNvPr id="12" name="Rectangle 11"/>
          <p:cNvSpPr/>
          <p:nvPr/>
        </p:nvSpPr>
        <p:spPr>
          <a:xfrm>
            <a:off x="63500" y="1449388"/>
            <a:ext cx="9020175"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defRPr>
            </a:lvl1pPr>
            <a:lvl2pPr marL="457200" lvl="1"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2pPr>
            <a:lvl3pPr marL="914400" lvl="2"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3pPr>
            <a:lvl4pPr marL="1371600" lvl="3"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4pPr>
            <a:lvl5pPr marL="1828800" lvl="4"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5pPr>
          </a:lstStyle>
          <a:p>
            <a:pPr lvl="0" eaLnBrk="1" hangingPunct="1">
              <a:buNone/>
            </a:pPr>
            <a:endParaRPr lang="en-US" altLang="x-none" dirty="0">
              <a:solidFill>
                <a:srgbClr val="FFFFFF"/>
              </a:solidFill>
              <a:latin typeface="Perpetua" panose="02020502060401020303" pitchFamily="18" charset="0"/>
            </a:endParaRPr>
          </a:p>
        </p:txBody>
      </p:sp>
      <p:sp>
        <p:nvSpPr>
          <p:cNvPr id="15" name="Rectangle 14"/>
          <p:cNvSpPr/>
          <p:nvPr/>
        </p:nvSpPr>
        <p:spPr>
          <a:xfrm>
            <a:off x="63500" y="1397000"/>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defRPr>
            </a:lvl1pPr>
            <a:lvl2pPr marL="457200" lvl="1"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2pPr>
            <a:lvl3pPr marL="914400" lvl="2"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3pPr>
            <a:lvl4pPr marL="1371600" lvl="3"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4pPr>
            <a:lvl5pPr marL="1828800" lvl="4"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5pPr>
          </a:lstStyle>
          <a:p>
            <a:pPr lvl="0" eaLnBrk="1" hangingPunct="1">
              <a:buNone/>
            </a:pPr>
            <a:endParaRPr lang="en-US" altLang="x-none" dirty="0">
              <a:solidFill>
                <a:srgbClr val="FFFFFF"/>
              </a:solidFill>
              <a:latin typeface="Perpetua" panose="02020502060401020303" pitchFamily="18" charset="0"/>
            </a:endParaRPr>
          </a:p>
        </p:txBody>
      </p:sp>
      <p:sp>
        <p:nvSpPr>
          <p:cNvPr id="16" name="Rectangle 15"/>
          <p:cNvSpPr/>
          <p:nvPr/>
        </p:nvSpPr>
        <p:spPr>
          <a:xfrm>
            <a:off x="63500" y="2976563"/>
            <a:ext cx="9020175"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defRPr>
            </a:lvl1pPr>
            <a:lvl2pPr marL="457200" lvl="1"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2pPr>
            <a:lvl3pPr marL="914400" lvl="2"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3pPr>
            <a:lvl4pPr marL="1371600" lvl="3"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4pPr>
            <a:lvl5pPr marL="1828800" lvl="4"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5pPr>
          </a:lstStyle>
          <a:p>
            <a:pPr lvl="0" eaLnBrk="1" hangingPunct="1">
              <a:buNone/>
            </a:pPr>
            <a:endParaRPr lang="en-US" altLang="x-none" dirty="0">
              <a:solidFill>
                <a:srgbClr val="FFFFFF"/>
              </a:solidFill>
              <a:latin typeface="Perpetua" panose="02020502060401020303" pitchFamily="18" charset="0"/>
            </a:endParaRPr>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endParaRPr kumimoji="0" lang="en-US"/>
          </a:p>
        </p:txBody>
      </p:sp>
      <p:sp>
        <p:nvSpPr>
          <p:cNvPr id="17" name="Date Placeholder 27"/>
          <p:cNvSpPr>
            <a:spLocks noGrp="1"/>
          </p:cNvSpPr>
          <p:nvPr>
            <p:ph type="dt" sz="half" idx="2"/>
          </p:nvPr>
        </p:nvSpPr>
        <p:spPr>
          <a:xfrm>
            <a:off x="6172200" y="6191250"/>
            <a:ext cx="2476500" cy="476250"/>
          </a:xfrm>
          <a:prstGeom prst="rect">
            <a:avLst/>
          </a:prstGeom>
        </p:spPr>
        <p:txBody>
          <a:bodyPr anchor="ctr" anchorCtr="0"/>
          <a:lstStyle/>
          <a:p>
            <a:pPr algn="r">
              <a:buNone/>
            </a:pPr>
            <a:fld id="{BB962C8B-B14F-4D97-AF65-F5344CB8AC3E}" type="datetime1">
              <a:rPr lang="en-US" altLang="x-none" dirty="0"/>
            </a:fld>
            <a:endParaRPr lang="en-US" altLang="x-none" dirty="0"/>
          </a:p>
        </p:txBody>
      </p:sp>
      <p:sp>
        <p:nvSpPr>
          <p:cNvPr id="18" name="Footer Placeholder 16"/>
          <p:cNvSpPr>
            <a:spLocks noGrp="1"/>
          </p:cNvSpPr>
          <p:nvPr>
            <p:ph type="ftr" sz="quarter" idx="3"/>
          </p:nvPr>
        </p:nvSpPr>
        <p:spPr>
          <a:xfrm>
            <a:off x="914400" y="6172200"/>
            <a:ext cx="3962400" cy="457200"/>
          </a:xfrm>
          <a:prstGeom prst="rect">
            <a:avLst/>
          </a:prstGeom>
        </p:spPr>
        <p:txBody>
          <a:bodyPr anchor="ctr" anchorCtr="0"/>
          <a:lstStyle/>
          <a:p>
            <a:pPr>
              <a:buNone/>
            </a:pPr>
            <a:endParaRPr lang="en-US" altLang="zh-TW" dirty="0"/>
          </a:p>
        </p:txBody>
      </p:sp>
      <p:sp>
        <p:nvSpPr>
          <p:cNvPr id="19" name="Slide Number Placeholder 28"/>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lstStyle/>
          <a:p>
            <a:pPr>
              <a:buNone/>
            </a:pPr>
            <a:fld id="{9A0DB2DC-4C9A-4742-B13C-FB6460FD3503}" type="slidenum">
              <a:rPr lang="en-US" altLang="x-none" dirty="0">
                <a:latin typeface="Franklin Gothic Book" panose="020B0503020102020204" pitchFamily="34" charset="0"/>
              </a:rPr>
            </a:fld>
            <a:endParaRPr lang="en-US" altLang="x-none" dirty="0">
              <a:latin typeface="Franklin Gothic Book" panose="020B0503020102020204" pitchFamily="34" charset="0"/>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endParaRPr kumimoji="0"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10" name="Date Placeholder 3"/>
          <p:cNvSpPr>
            <a:spLocks noGrp="1"/>
          </p:cNvSpPr>
          <p:nvPr>
            <p:ph type="dt" sz="half" idx="2"/>
          </p:nvPr>
        </p:nvSpPr>
        <p:spPr>
          <a:xfrm>
            <a:off x="6172200" y="6191250"/>
            <a:ext cx="2476500" cy="476250"/>
          </a:xfrm>
          <a:prstGeom prst="rect">
            <a:avLst/>
          </a:prstGeom>
        </p:spPr>
        <p:txBody>
          <a:bodyPr anchor="ctr" anchorCtr="0"/>
          <a:lstStyle/>
          <a:p>
            <a:pPr algn="r">
              <a:buNone/>
            </a:pPr>
            <a:fld id="{BB962C8B-B14F-4D97-AF65-F5344CB8AC3E}" type="datetimeFigureOut">
              <a:rPr lang="en-US" altLang="x-none" dirty="0"/>
            </a:fld>
            <a:endParaRPr lang="en-US" altLang="x-none" dirty="0"/>
          </a:p>
        </p:txBody>
      </p:sp>
      <p:sp>
        <p:nvSpPr>
          <p:cNvPr id="11" name="Footer Placeholder 4"/>
          <p:cNvSpPr>
            <a:spLocks noGrp="1"/>
          </p:cNvSpPr>
          <p:nvPr>
            <p:ph type="ftr" sz="quarter" idx="3"/>
          </p:nvPr>
        </p:nvSpPr>
        <p:spPr>
          <a:xfrm>
            <a:off x="914400" y="6172200"/>
            <a:ext cx="3962400" cy="457200"/>
          </a:xfrm>
          <a:prstGeom prst="rect">
            <a:avLst/>
          </a:prstGeom>
        </p:spPr>
        <p:txBody>
          <a:bodyPr anchor="ctr" anchorCtr="0"/>
          <a:lstStyle/>
          <a:p>
            <a:pPr>
              <a:buNone/>
            </a:pPr>
            <a:endParaRPr lang="en-US" altLang="zh-TW" dirty="0"/>
          </a:p>
        </p:txBody>
      </p:sp>
      <p:sp>
        <p:nvSpPr>
          <p:cNvPr id="12" name="Slide Number Placeholder 5"/>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lstStyle/>
          <a:p>
            <a:pPr>
              <a:buNone/>
            </a:pPr>
            <a:fld id="{9A0DB2DC-4C9A-4742-B13C-FB6460FD3503}" type="slidenum">
              <a:rPr lang="en-US" altLang="x-none" dirty="0">
                <a:latin typeface="Franklin Gothic Book" panose="020B0503020102020204" pitchFamily="34" charset="0"/>
              </a:rPr>
            </a:fld>
            <a:endParaRPr lang="en-US" altLang="x-none" dirty="0">
              <a:latin typeface="Franklin Gothic Book" panose="020B05030201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Ref idx="1003">
        <a:schemeClr val="bg1"/>
      </p:bgRef>
    </p:bg>
    <p:spTree>
      <p:nvGrpSpPr>
        <p:cNvPr id="1" name=""/>
        <p:cNvGrpSpPr/>
        <p:nvPr/>
      </p:nvGrpSpPr>
      <p:grpSpPr>
        <a:xfrm>
          <a:off x="0" y="0"/>
          <a:ext cx="0" cy="0"/>
          <a:chOff x="0" y="0"/>
          <a:chExt cx="0" cy="0"/>
        </a:xfrm>
      </p:grpSpPr>
      <p:sp>
        <p:nvSpPr>
          <p:cNvPr id="10" name="Rectangle 9"/>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defRPr>
            </a:lvl1pPr>
            <a:lvl2pPr marL="457200" lvl="1"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2pPr>
            <a:lvl3pPr marL="914400" lvl="2"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3pPr>
            <a:lvl4pPr marL="1371600" lvl="3"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4pPr>
            <a:lvl5pPr marL="1828800" lvl="4"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5pPr>
          </a:lstStyle>
          <a:p>
            <a:pPr lvl="0" eaLnBrk="1" hangingPunct="1">
              <a:buNone/>
            </a:pPr>
            <a:endParaRPr lang="en-US" altLang="x-none" dirty="0">
              <a:solidFill>
                <a:srgbClr val="FFFFFF"/>
              </a:solidFill>
              <a:latin typeface="Perpetua" panose="02020502060401020303" pitchFamily="18" charset="0"/>
            </a:endParaRPr>
          </a:p>
        </p:txBody>
      </p:sp>
      <p:sp useBgFill="1">
        <p:nvSpPr>
          <p:cNvPr id="11" name="Rounded Rectangle 10"/>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defRPr>
            </a:lvl1pPr>
            <a:lvl2pPr marL="457200" lvl="1"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2pPr>
            <a:lvl3pPr marL="914400" lvl="2"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3pPr>
            <a:lvl4pPr marL="1371600" lvl="3"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4pPr>
            <a:lvl5pPr marL="1828800" lvl="4"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5pPr>
          </a:lstStyle>
          <a:p>
            <a:pPr lvl="0" eaLnBrk="1" hangingPunct="1">
              <a:buNone/>
            </a:pPr>
            <a:endParaRPr lang="en-US" altLang="x-none" dirty="0">
              <a:solidFill>
                <a:srgbClr val="FFFFFF"/>
              </a:solidFill>
              <a:latin typeface="Perpetua" panose="02020502060401020303" pitchFamily="18" charset="0"/>
            </a:endParaRPr>
          </a:p>
        </p:txBody>
      </p:sp>
      <p:sp>
        <p:nvSpPr>
          <p:cNvPr id="12" name="Rectangle 11"/>
          <p:cNvSpPr/>
          <p:nvPr/>
        </p:nvSpPr>
        <p:spPr>
          <a:xfrm flipV="1">
            <a:off x="69850" y="2376488"/>
            <a:ext cx="901382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defRPr>
            </a:lvl1pPr>
            <a:lvl2pPr marL="457200" lvl="1"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2pPr>
            <a:lvl3pPr marL="914400" lvl="2"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3pPr>
            <a:lvl4pPr marL="1371600" lvl="3"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4pPr>
            <a:lvl5pPr marL="1828800" lvl="4"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5pPr>
          </a:lstStyle>
          <a:p>
            <a:pPr lvl="0" eaLnBrk="1" hangingPunct="1">
              <a:buNone/>
            </a:pPr>
            <a:endParaRPr lang="en-US" altLang="x-none" dirty="0">
              <a:solidFill>
                <a:srgbClr val="FFFFFF"/>
              </a:solidFill>
              <a:latin typeface="Perpetua" panose="02020502060401020303" pitchFamily="18" charset="0"/>
            </a:endParaRPr>
          </a:p>
        </p:txBody>
      </p:sp>
      <p:sp>
        <p:nvSpPr>
          <p:cNvPr id="15" name="Rectangle 14"/>
          <p:cNvSpPr/>
          <p:nvPr/>
        </p:nvSpPr>
        <p:spPr>
          <a:xfrm>
            <a:off x="69850" y="2341563"/>
            <a:ext cx="9013825" cy="46038"/>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defRPr>
            </a:lvl1pPr>
            <a:lvl2pPr marL="457200" lvl="1"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2pPr>
            <a:lvl3pPr marL="914400" lvl="2"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3pPr>
            <a:lvl4pPr marL="1371600" lvl="3"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4pPr>
            <a:lvl5pPr marL="1828800" lvl="4"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5pPr>
          </a:lstStyle>
          <a:p>
            <a:pPr lvl="0" eaLnBrk="1" hangingPunct="1">
              <a:buNone/>
            </a:pPr>
            <a:endParaRPr lang="en-US" altLang="x-none" dirty="0">
              <a:solidFill>
                <a:srgbClr val="FFFFFF"/>
              </a:solidFill>
              <a:latin typeface="Perpetua" panose="02020502060401020303" pitchFamily="18" charset="0"/>
            </a:endParaRPr>
          </a:p>
        </p:txBody>
      </p:sp>
      <p:sp>
        <p:nvSpPr>
          <p:cNvPr id="16" name="Rectangle 15"/>
          <p:cNvSpPr/>
          <p:nvPr/>
        </p:nvSpPr>
        <p:spPr>
          <a:xfrm>
            <a:off x="68263" y="2468563"/>
            <a:ext cx="9015413" cy="46038"/>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defRPr>
            </a:lvl1pPr>
            <a:lvl2pPr marL="457200" lvl="1"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2pPr>
            <a:lvl3pPr marL="914400" lvl="2"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3pPr>
            <a:lvl4pPr marL="1371600" lvl="3"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4pPr>
            <a:lvl5pPr marL="1828800" lvl="4"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5pPr>
          </a:lstStyle>
          <a:p>
            <a:pPr lvl="0" eaLnBrk="1" hangingPunct="1">
              <a:buNone/>
            </a:pPr>
            <a:endParaRPr lang="en-US" altLang="x-none" dirty="0">
              <a:solidFill>
                <a:srgbClr val="FFFFFF"/>
              </a:solidFill>
              <a:latin typeface="Perpetua" panose="02020502060401020303" pitchFamily="18" charset="0"/>
            </a:endParaRPr>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endParaRPr kumimoji="0" lang="en-US"/>
          </a:p>
        </p:txBody>
      </p:sp>
      <p:sp>
        <p:nvSpPr>
          <p:cNvPr id="17" name="Date Placeholder 3"/>
          <p:cNvSpPr>
            <a:spLocks noGrp="1"/>
          </p:cNvSpPr>
          <p:nvPr>
            <p:ph type="dt" sz="half" idx="2"/>
          </p:nvPr>
        </p:nvSpPr>
        <p:spPr>
          <a:xfrm>
            <a:off x="6172200" y="6191250"/>
            <a:ext cx="2476500" cy="476250"/>
          </a:xfrm>
          <a:prstGeom prst="rect">
            <a:avLst/>
          </a:prstGeom>
        </p:spPr>
        <p:txBody>
          <a:bodyPr anchor="ctr" anchorCtr="0"/>
          <a:lstStyle/>
          <a:p>
            <a:pPr algn="r">
              <a:buNone/>
            </a:pPr>
            <a:fld id="{BB962C8B-B14F-4D97-AF65-F5344CB8AC3E}" type="datetimeFigureOut">
              <a:rPr lang="en-US" altLang="x-none" dirty="0"/>
            </a:fld>
            <a:endParaRPr lang="en-US" altLang="x-none" dirty="0"/>
          </a:p>
        </p:txBody>
      </p:sp>
      <p:sp>
        <p:nvSpPr>
          <p:cNvPr id="18" name="Footer Placeholder 4"/>
          <p:cNvSpPr>
            <a:spLocks noGrp="1"/>
          </p:cNvSpPr>
          <p:nvPr>
            <p:ph type="ftr" sz="quarter" idx="3"/>
          </p:nvPr>
        </p:nvSpPr>
        <p:spPr>
          <a:xfrm>
            <a:off x="800100" y="6172200"/>
            <a:ext cx="4000500" cy="457200"/>
          </a:xfrm>
          <a:prstGeom prst="rect">
            <a:avLst/>
          </a:prstGeom>
        </p:spPr>
        <p:txBody>
          <a:bodyPr anchor="ctr" anchorCtr="0"/>
          <a:lstStyle/>
          <a:p>
            <a:pPr>
              <a:buNone/>
            </a:pPr>
            <a:endParaRPr lang="en-US" altLang="zh-TW" dirty="0"/>
          </a:p>
        </p:txBody>
      </p:sp>
      <p:sp>
        <p:nvSpPr>
          <p:cNvPr id="19" name="Slide Number Placeholder 5"/>
          <p:cNvSpPr>
            <a:spLocks noGrp="1"/>
          </p:cNvSpPr>
          <p:nvPr>
            <p:ph type="sldNum" sz="quarter" idx="4"/>
          </p:nvPr>
        </p:nvSpPr>
        <p:spPr>
          <a:xfrm>
            <a:off x="146050" y="6208713"/>
            <a:ext cx="457200" cy="457200"/>
          </a:xfrm>
          <a:prstGeom prst="ellipse">
            <a:avLst/>
          </a:prstGeom>
          <a:solidFill>
            <a:schemeClr val="accent1"/>
          </a:solidFill>
        </p:spPr>
        <p:txBody>
          <a:bodyPr wrap="none" lIns="0" tIns="0" rIns="0" bIns="0" anchor="ctr" anchorCtr="1">
            <a:noAutofit/>
          </a:bodyPr>
          <a:lstStyle/>
          <a:p>
            <a:pPr>
              <a:buNone/>
            </a:pPr>
            <a:fld id="{9A0DB2DC-4C9A-4742-B13C-FB6460FD3503}" type="slidenum">
              <a:rPr lang="en-US" altLang="x-none" dirty="0">
                <a:latin typeface="Franklin Gothic Book" panose="020B0503020102020204" pitchFamily="34" charset="0"/>
              </a:rPr>
            </a:fld>
            <a:endParaRPr lang="en-US" altLang="x-none" dirty="0">
              <a:latin typeface="Franklin Gothic Book" panose="020B0503020102020204" pitchFamily="34" charset="0"/>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endParaRPr kumimoji="0"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10" name="Date Placeholder 4"/>
          <p:cNvSpPr>
            <a:spLocks noGrp="1"/>
          </p:cNvSpPr>
          <p:nvPr>
            <p:ph type="dt" sz="half" idx="12"/>
          </p:nvPr>
        </p:nvSpPr>
        <p:spPr>
          <a:xfrm>
            <a:off x="6172200" y="6191250"/>
            <a:ext cx="2476500" cy="476250"/>
          </a:xfrm>
          <a:prstGeom prst="rect">
            <a:avLst/>
          </a:prstGeom>
        </p:spPr>
        <p:txBody>
          <a:bodyPr anchor="ctr" anchorCtr="0"/>
          <a:lstStyle/>
          <a:p>
            <a:pPr algn="r">
              <a:buNone/>
            </a:pPr>
            <a:fld id="{BB962C8B-B14F-4D97-AF65-F5344CB8AC3E}" type="datetimeFigureOut">
              <a:rPr lang="en-US" altLang="x-none" dirty="0"/>
            </a:fld>
            <a:endParaRPr lang="en-US" altLang="x-none" dirty="0"/>
          </a:p>
        </p:txBody>
      </p:sp>
      <p:sp>
        <p:nvSpPr>
          <p:cNvPr id="3" name="Footer Placeholder 5"/>
          <p:cNvSpPr>
            <a:spLocks noGrp="1"/>
          </p:cNvSpPr>
          <p:nvPr>
            <p:ph type="ftr" sz="quarter" idx="3"/>
          </p:nvPr>
        </p:nvSpPr>
        <p:spPr>
          <a:xfrm>
            <a:off x="914400" y="6172200"/>
            <a:ext cx="3962400" cy="457200"/>
          </a:xfrm>
          <a:prstGeom prst="rect">
            <a:avLst/>
          </a:prstGeom>
        </p:spPr>
        <p:txBody>
          <a:bodyPr anchor="ctr" anchorCtr="0"/>
          <a:lstStyle/>
          <a:p>
            <a:pPr>
              <a:buNone/>
            </a:pPr>
            <a:endParaRPr lang="en-US" altLang="zh-TW" dirty="0"/>
          </a:p>
        </p:txBody>
      </p:sp>
      <p:sp>
        <p:nvSpPr>
          <p:cNvPr id="12" name="Slide Number Placeholder 6"/>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lstStyle/>
          <a:p>
            <a:pPr>
              <a:buNone/>
            </a:pPr>
            <a:fld id="{9A0DB2DC-4C9A-4742-B13C-FB6460FD3503}" type="slidenum">
              <a:rPr lang="en-US" altLang="x-none" dirty="0">
                <a:latin typeface="Franklin Gothic Book" panose="020B0503020102020204" pitchFamily="34" charset="0"/>
              </a:rPr>
            </a:fld>
            <a:endParaRPr lang="en-US" altLang="x-none" dirty="0">
              <a:latin typeface="Franklin Gothic Book" panose="020B05030201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endParaRPr kumimoji="0" lang="en-US"/>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endParaRPr kumimoji="0"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10" name="Date Placeholder 6"/>
          <p:cNvSpPr>
            <a:spLocks noGrp="1"/>
          </p:cNvSpPr>
          <p:nvPr>
            <p:ph type="dt" sz="half" idx="12"/>
          </p:nvPr>
        </p:nvSpPr>
        <p:spPr>
          <a:xfrm>
            <a:off x="6172200" y="6191250"/>
            <a:ext cx="2476500" cy="476250"/>
          </a:xfrm>
          <a:prstGeom prst="rect">
            <a:avLst/>
          </a:prstGeom>
        </p:spPr>
        <p:txBody>
          <a:bodyPr anchor="ctr" anchorCtr="0"/>
          <a:lstStyle/>
          <a:p>
            <a:pPr algn="r">
              <a:buNone/>
            </a:pPr>
            <a:fld id="{BB962C8B-B14F-4D97-AF65-F5344CB8AC3E}" type="datetimeFigureOut">
              <a:rPr lang="en-US" altLang="x-none" dirty="0"/>
            </a:fld>
            <a:endParaRPr lang="en-US" altLang="x-none" dirty="0"/>
          </a:p>
        </p:txBody>
      </p:sp>
      <p:sp>
        <p:nvSpPr>
          <p:cNvPr id="5" name="Footer Placeholder 7"/>
          <p:cNvSpPr>
            <a:spLocks noGrp="1"/>
          </p:cNvSpPr>
          <p:nvPr>
            <p:ph type="ftr" sz="quarter" idx="13"/>
          </p:nvPr>
        </p:nvSpPr>
        <p:spPr>
          <a:xfrm>
            <a:off x="914400" y="6172200"/>
            <a:ext cx="3962400" cy="457200"/>
          </a:xfrm>
          <a:prstGeom prst="rect">
            <a:avLst/>
          </a:prstGeom>
        </p:spPr>
        <p:txBody>
          <a:bodyPr anchor="ctr" anchorCtr="0"/>
          <a:lstStyle/>
          <a:p>
            <a:pPr>
              <a:buNone/>
            </a:pPr>
            <a:endParaRPr lang="en-US" altLang="zh-TW" dirty="0"/>
          </a:p>
        </p:txBody>
      </p:sp>
      <p:sp>
        <p:nvSpPr>
          <p:cNvPr id="12" name="Slide Number Placeholder 8"/>
          <p:cNvSpPr>
            <a:spLocks noGrp="1"/>
          </p:cNvSpPr>
          <p:nvPr>
            <p:ph type="sldNum" sz="quarter" idx="14"/>
          </p:nvPr>
        </p:nvSpPr>
        <p:spPr>
          <a:xfrm>
            <a:off x="146050" y="6210300"/>
            <a:ext cx="457200" cy="457200"/>
          </a:xfrm>
          <a:prstGeom prst="ellipse">
            <a:avLst/>
          </a:prstGeom>
          <a:solidFill>
            <a:schemeClr val="accent1"/>
          </a:solidFill>
        </p:spPr>
        <p:txBody>
          <a:bodyPr wrap="none" lIns="0" tIns="0" rIns="0" bIns="0" anchor="ctr" anchorCtr="1">
            <a:noAutofit/>
          </a:bodyPr>
          <a:lstStyle/>
          <a:p>
            <a:pPr>
              <a:buNone/>
            </a:pPr>
            <a:fld id="{9A0DB2DC-4C9A-4742-B13C-FB6460FD3503}" type="slidenum">
              <a:rPr lang="en-US" altLang="x-none" dirty="0">
                <a:latin typeface="Franklin Gothic Book" panose="020B0503020102020204" pitchFamily="34" charset="0"/>
              </a:rPr>
            </a:fld>
            <a:endParaRPr lang="en-US" altLang="x-none" dirty="0">
              <a:latin typeface="Franklin Gothic Book" panose="020B05030201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endParaRPr kumimoji="0" lang="en-US"/>
          </a:p>
        </p:txBody>
      </p:sp>
      <p:sp>
        <p:nvSpPr>
          <p:cNvPr id="10" name="Date Placeholder 2"/>
          <p:cNvSpPr>
            <a:spLocks noGrp="1"/>
          </p:cNvSpPr>
          <p:nvPr>
            <p:ph type="dt" sz="half" idx="2"/>
          </p:nvPr>
        </p:nvSpPr>
        <p:spPr>
          <a:xfrm>
            <a:off x="6172200" y="6191250"/>
            <a:ext cx="2476500" cy="476250"/>
          </a:xfrm>
          <a:prstGeom prst="rect">
            <a:avLst/>
          </a:prstGeom>
        </p:spPr>
        <p:txBody>
          <a:bodyPr anchor="ctr" anchorCtr="0"/>
          <a:lstStyle/>
          <a:p>
            <a:pPr algn="r">
              <a:buNone/>
            </a:pPr>
            <a:fld id="{BB962C8B-B14F-4D97-AF65-F5344CB8AC3E}" type="datetimeFigureOut">
              <a:rPr lang="en-US" altLang="x-none" dirty="0"/>
            </a:fld>
            <a:endParaRPr lang="en-US" altLang="x-none" dirty="0"/>
          </a:p>
        </p:txBody>
      </p:sp>
      <p:sp>
        <p:nvSpPr>
          <p:cNvPr id="11" name="Footer Placeholder 3"/>
          <p:cNvSpPr>
            <a:spLocks noGrp="1"/>
          </p:cNvSpPr>
          <p:nvPr>
            <p:ph type="ftr" sz="quarter" idx="3"/>
          </p:nvPr>
        </p:nvSpPr>
        <p:spPr>
          <a:xfrm>
            <a:off x="914400" y="6172200"/>
            <a:ext cx="3962400" cy="457200"/>
          </a:xfrm>
          <a:prstGeom prst="rect">
            <a:avLst/>
          </a:prstGeom>
        </p:spPr>
        <p:txBody>
          <a:bodyPr anchor="ctr" anchorCtr="0"/>
          <a:lstStyle/>
          <a:p>
            <a:pPr>
              <a:buNone/>
            </a:pPr>
            <a:endParaRPr lang="en-US" altLang="zh-TW" dirty="0"/>
          </a:p>
        </p:txBody>
      </p:sp>
      <p:sp>
        <p:nvSpPr>
          <p:cNvPr id="12" name="Slide Number Placeholder 4"/>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lstStyle/>
          <a:p>
            <a:pPr>
              <a:buNone/>
            </a:pPr>
            <a:fld id="{9A0DB2DC-4C9A-4742-B13C-FB6460FD3503}" type="slidenum">
              <a:rPr lang="en-US" altLang="x-none" dirty="0">
                <a:latin typeface="Franklin Gothic Book" panose="020B0503020102020204" pitchFamily="34" charset="0"/>
              </a:rPr>
            </a:fld>
            <a:endParaRPr lang="en-US" altLang="x-none" dirty="0">
              <a:latin typeface="Franklin Gothic Book" panose="020B05030201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 name="Date Placeholder 1"/>
          <p:cNvSpPr>
            <a:spLocks noGrp="1"/>
          </p:cNvSpPr>
          <p:nvPr>
            <p:ph type="dt" sz="half" idx="2"/>
          </p:nvPr>
        </p:nvSpPr>
        <p:spPr>
          <a:xfrm>
            <a:off x="6172200" y="6191250"/>
            <a:ext cx="2476500" cy="476250"/>
          </a:xfrm>
          <a:prstGeom prst="rect">
            <a:avLst/>
          </a:prstGeom>
        </p:spPr>
        <p:txBody>
          <a:bodyPr anchor="ctr" anchorCtr="0"/>
          <a:lstStyle/>
          <a:p>
            <a:pPr algn="r">
              <a:buNone/>
            </a:pPr>
            <a:fld id="{BB962C8B-B14F-4D97-AF65-F5344CB8AC3E}" type="datetimeFigureOut">
              <a:rPr lang="en-US" altLang="x-none" dirty="0"/>
            </a:fld>
            <a:endParaRPr lang="en-US" altLang="x-none" dirty="0"/>
          </a:p>
        </p:txBody>
      </p:sp>
      <p:sp>
        <p:nvSpPr>
          <p:cNvPr id="11" name="Footer Placeholder 2"/>
          <p:cNvSpPr>
            <a:spLocks noGrp="1"/>
          </p:cNvSpPr>
          <p:nvPr>
            <p:ph type="ftr" sz="quarter" idx="3"/>
          </p:nvPr>
        </p:nvSpPr>
        <p:spPr>
          <a:xfrm>
            <a:off x="914400" y="6172200"/>
            <a:ext cx="3962400" cy="457200"/>
          </a:xfrm>
          <a:prstGeom prst="rect">
            <a:avLst/>
          </a:prstGeom>
        </p:spPr>
        <p:txBody>
          <a:bodyPr anchor="ctr" anchorCtr="0"/>
          <a:lstStyle/>
          <a:p>
            <a:pPr>
              <a:buNone/>
            </a:pPr>
            <a:endParaRPr lang="en-US" altLang="zh-TW" dirty="0"/>
          </a:p>
        </p:txBody>
      </p:sp>
      <p:sp>
        <p:nvSpPr>
          <p:cNvPr id="12" name="Slide Number Placeholder 3"/>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lstStyle/>
          <a:p>
            <a:pPr>
              <a:buNone/>
            </a:pPr>
            <a:fld id="{9A0DB2DC-4C9A-4742-B13C-FB6460FD3503}" type="slidenum">
              <a:rPr lang="en-US" altLang="x-none" dirty="0">
                <a:latin typeface="Franklin Gothic Book" panose="020B0503020102020204" pitchFamily="34" charset="0"/>
              </a:rPr>
            </a:fld>
            <a:endParaRPr lang="en-US" altLang="x-none" dirty="0">
              <a:latin typeface="Franklin Gothic Book" panose="020B05030201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 name="Rectangle 9"/>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defRPr>
            </a:lvl1pPr>
            <a:lvl2pPr marL="457200" lvl="1"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2pPr>
            <a:lvl3pPr marL="914400" lvl="2"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3pPr>
            <a:lvl4pPr marL="1371600" lvl="3"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4pPr>
            <a:lvl5pPr marL="1828800" lvl="4"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5pPr>
          </a:lstStyle>
          <a:p>
            <a:pPr lvl="0" eaLnBrk="1" hangingPunct="1">
              <a:buNone/>
            </a:pPr>
            <a:endParaRPr lang="en-US" altLang="x-none" dirty="0">
              <a:solidFill>
                <a:srgbClr val="FFFFFF"/>
              </a:solidFill>
              <a:latin typeface="Perpetua" panose="02020502060401020303" pitchFamily="18" charset="0"/>
            </a:endParaRPr>
          </a:p>
        </p:txBody>
      </p:sp>
      <p:sp useBgFill="1">
        <p:nvSpPr>
          <p:cNvPr id="4" name="Rounded Rectangle 10"/>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defRPr>
            </a:lvl1pPr>
            <a:lvl2pPr marL="457200" lvl="1"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2pPr>
            <a:lvl3pPr marL="914400" lvl="2"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3pPr>
            <a:lvl4pPr marL="1371600" lvl="3"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4pPr>
            <a:lvl5pPr marL="1828800" lvl="4"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5pPr>
          </a:lstStyle>
          <a:p>
            <a:pPr lvl="0" eaLnBrk="1" hangingPunct="1">
              <a:buNone/>
            </a:pPr>
            <a:endParaRPr lang="en-US" altLang="x-none" dirty="0">
              <a:solidFill>
                <a:srgbClr val="FFFFFF"/>
              </a:solidFill>
              <a:latin typeface="Perpetua" panose="02020502060401020303" pitchFamily="18" charset="0"/>
            </a:endParaRPr>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endParaRPr kumimoji="0"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12" name="Date Placeholder 4"/>
          <p:cNvSpPr>
            <a:spLocks noGrp="1"/>
          </p:cNvSpPr>
          <p:nvPr>
            <p:ph type="dt" sz="half" idx="12"/>
          </p:nvPr>
        </p:nvSpPr>
        <p:spPr>
          <a:xfrm>
            <a:off x="6172200" y="6191250"/>
            <a:ext cx="2476500" cy="476250"/>
          </a:xfrm>
          <a:prstGeom prst="rect">
            <a:avLst/>
          </a:prstGeom>
        </p:spPr>
        <p:txBody>
          <a:bodyPr anchor="ctr" anchorCtr="0"/>
          <a:lstStyle/>
          <a:p>
            <a:pPr algn="r">
              <a:buNone/>
            </a:pPr>
            <a:fld id="{BB962C8B-B14F-4D97-AF65-F5344CB8AC3E}" type="datetimeFigureOut">
              <a:rPr lang="en-US" altLang="x-none" dirty="0"/>
            </a:fld>
            <a:endParaRPr lang="en-US" altLang="x-none" dirty="0"/>
          </a:p>
        </p:txBody>
      </p:sp>
      <p:sp>
        <p:nvSpPr>
          <p:cNvPr id="15" name="Footer Placeholder 5"/>
          <p:cNvSpPr>
            <a:spLocks noGrp="1"/>
          </p:cNvSpPr>
          <p:nvPr>
            <p:ph type="ftr" sz="quarter" idx="3"/>
          </p:nvPr>
        </p:nvSpPr>
        <p:spPr>
          <a:xfrm>
            <a:off x="914400" y="6172200"/>
            <a:ext cx="3962400" cy="457200"/>
          </a:xfrm>
          <a:prstGeom prst="rect">
            <a:avLst/>
          </a:prstGeom>
        </p:spPr>
        <p:txBody>
          <a:bodyPr anchor="ctr" anchorCtr="0"/>
          <a:lstStyle/>
          <a:p>
            <a:pPr>
              <a:buNone/>
            </a:pPr>
            <a:endParaRPr lang="en-US" altLang="zh-TW" dirty="0"/>
          </a:p>
        </p:txBody>
      </p:sp>
      <p:sp>
        <p:nvSpPr>
          <p:cNvPr id="16" name="Slide Number Placeholder 6"/>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lstStyle/>
          <a:p>
            <a:pPr>
              <a:buNone/>
            </a:pPr>
            <a:fld id="{9A0DB2DC-4C9A-4742-B13C-FB6460FD3503}" type="slidenum">
              <a:rPr lang="en-US" altLang="x-none" dirty="0">
                <a:latin typeface="Franklin Gothic Book" panose="020B0503020102020204" pitchFamily="34" charset="0"/>
              </a:rPr>
            </a:fld>
            <a:endParaRPr lang="en-US" altLang="x-none" dirty="0">
              <a:latin typeface="Franklin Gothic Book" panose="020B05030201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 name="Rectangle 9"/>
          <p:cNvSpPr/>
          <p:nvPr/>
        </p:nvSpPr>
        <p:spPr>
          <a:xfrm flipV="1">
            <a:off x="68263" y="4683125"/>
            <a:ext cx="90074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defRPr>
            </a:lvl1pPr>
            <a:lvl2pPr marL="457200" lvl="1"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2pPr>
            <a:lvl3pPr marL="914400" lvl="2"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3pPr>
            <a:lvl4pPr marL="1371600" lvl="3"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4pPr>
            <a:lvl5pPr marL="1828800" lvl="4"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5pPr>
          </a:lstStyle>
          <a:p>
            <a:pPr lvl="0" eaLnBrk="1" hangingPunct="1">
              <a:buNone/>
            </a:pPr>
            <a:endParaRPr lang="en-US" altLang="x-none" dirty="0">
              <a:solidFill>
                <a:srgbClr val="FFFFFF"/>
              </a:solidFill>
              <a:latin typeface="Perpetua" panose="02020502060401020303" pitchFamily="18" charset="0"/>
            </a:endParaRPr>
          </a:p>
        </p:txBody>
      </p:sp>
      <p:sp>
        <p:nvSpPr>
          <p:cNvPr id="11" name="Rectangle 10"/>
          <p:cNvSpPr/>
          <p:nvPr/>
        </p:nvSpPr>
        <p:spPr>
          <a:xfrm>
            <a:off x="68263" y="4649788"/>
            <a:ext cx="9007475" cy="46038"/>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defRPr>
            </a:lvl1pPr>
            <a:lvl2pPr marL="457200" lvl="1"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2pPr>
            <a:lvl3pPr marL="914400" lvl="2"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3pPr>
            <a:lvl4pPr marL="1371600" lvl="3"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4pPr>
            <a:lvl5pPr marL="1828800" lvl="4"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5pPr>
          </a:lstStyle>
          <a:p>
            <a:pPr lvl="0" eaLnBrk="1" hangingPunct="1">
              <a:buNone/>
            </a:pPr>
            <a:endParaRPr lang="en-US" altLang="x-none" dirty="0">
              <a:solidFill>
                <a:srgbClr val="FFFFFF"/>
              </a:solidFill>
              <a:latin typeface="Perpetua" panose="02020502060401020303" pitchFamily="18" charset="0"/>
            </a:endParaRPr>
          </a:p>
        </p:txBody>
      </p:sp>
      <p:sp>
        <p:nvSpPr>
          <p:cNvPr id="12" name="Rectangle 11"/>
          <p:cNvSpPr/>
          <p:nvPr/>
        </p:nvSpPr>
        <p:spPr>
          <a:xfrm>
            <a:off x="68263" y="4773613"/>
            <a:ext cx="900747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defRPr>
            </a:lvl1pPr>
            <a:lvl2pPr marL="457200" lvl="1"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2pPr>
            <a:lvl3pPr marL="914400" lvl="2"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3pPr>
            <a:lvl4pPr marL="1371600" lvl="3"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4pPr>
            <a:lvl5pPr marL="1828800" lvl="4"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5pPr>
          </a:lstStyle>
          <a:p>
            <a:pPr lvl="0" eaLnBrk="1" hangingPunct="1">
              <a:buNone/>
            </a:pPr>
            <a:endParaRPr lang="en-US" altLang="x-none" dirty="0">
              <a:solidFill>
                <a:srgbClr val="FFFFFF"/>
              </a:solidFill>
              <a:latin typeface="Perpetua" panose="02020502060401020303" pitchFamily="18" charset="0"/>
            </a:endParaRPr>
          </a:p>
        </p:txBody>
      </p:sp>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marL="0" marR="0" lvl="0" indent="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None/>
              <a:defRPr/>
            </a:pPr>
            <a:r>
              <a:rPr kumimoji="0" lang="en-US" sz="3200" b="0" i="0" u="none" strike="noStrike" kern="1200" cap="none" spc="0" normalizeH="0" baseline="0" noProof="0">
                <a:ln>
                  <a:noFill/>
                </a:ln>
                <a:solidFill>
                  <a:schemeClr val="tx1"/>
                </a:solidFill>
                <a:effectLst/>
                <a:uLnTx/>
                <a:uFillTx/>
                <a:latin typeface="+mn-lt"/>
                <a:ea typeface="+mn-ea"/>
                <a:cs typeface="+mn-cs"/>
              </a:rPr>
              <a:t>Click icon to add picture</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15" name="Date Placeholder 4"/>
          <p:cNvSpPr>
            <a:spLocks noGrp="1"/>
          </p:cNvSpPr>
          <p:nvPr>
            <p:ph type="dt" sz="half" idx="12"/>
          </p:nvPr>
        </p:nvSpPr>
        <p:spPr>
          <a:xfrm>
            <a:off x="6172200" y="6191250"/>
            <a:ext cx="2476500" cy="476250"/>
          </a:xfrm>
          <a:prstGeom prst="rect">
            <a:avLst/>
          </a:prstGeom>
        </p:spPr>
        <p:txBody>
          <a:bodyPr anchor="ctr" anchorCtr="0"/>
          <a:lstStyle/>
          <a:p>
            <a:pPr algn="r">
              <a:buNone/>
            </a:pPr>
            <a:fld id="{BB962C8B-B14F-4D97-AF65-F5344CB8AC3E}" type="datetimeFigureOut">
              <a:rPr lang="en-US" altLang="x-none" dirty="0"/>
            </a:fld>
            <a:endParaRPr lang="en-US" altLang="x-none" dirty="0"/>
          </a:p>
        </p:txBody>
      </p:sp>
      <p:sp>
        <p:nvSpPr>
          <p:cNvPr id="16" name="Footer Placeholder 5"/>
          <p:cNvSpPr>
            <a:spLocks noGrp="1"/>
          </p:cNvSpPr>
          <p:nvPr>
            <p:ph type="ftr" sz="quarter" idx="3"/>
          </p:nvPr>
        </p:nvSpPr>
        <p:spPr>
          <a:xfrm>
            <a:off x="914400" y="6172200"/>
            <a:ext cx="3886200" cy="457200"/>
          </a:xfrm>
          <a:prstGeom prst="rect">
            <a:avLst/>
          </a:prstGeom>
        </p:spPr>
        <p:txBody>
          <a:bodyPr anchor="ctr" anchorCtr="0"/>
          <a:lstStyle/>
          <a:p>
            <a:pPr>
              <a:buNone/>
            </a:pPr>
            <a:endParaRPr lang="en-US" altLang="zh-TW" dirty="0"/>
          </a:p>
        </p:txBody>
      </p:sp>
      <p:sp>
        <p:nvSpPr>
          <p:cNvPr id="17" name="Slide Number Placeholder 6"/>
          <p:cNvSpPr>
            <a:spLocks noGrp="1"/>
          </p:cNvSpPr>
          <p:nvPr>
            <p:ph type="sldNum" sz="quarter" idx="4"/>
          </p:nvPr>
        </p:nvSpPr>
        <p:spPr>
          <a:xfrm>
            <a:off x="146050" y="6208713"/>
            <a:ext cx="457200" cy="457200"/>
          </a:xfrm>
          <a:prstGeom prst="ellipse">
            <a:avLst/>
          </a:prstGeom>
          <a:solidFill>
            <a:schemeClr val="accent1"/>
          </a:solidFill>
        </p:spPr>
        <p:txBody>
          <a:bodyPr wrap="none" lIns="0" tIns="0" rIns="0" bIns="0" anchor="ctr" anchorCtr="1">
            <a:noAutofit/>
          </a:bodyPr>
          <a:lstStyle/>
          <a:p>
            <a:pPr>
              <a:buNone/>
            </a:pPr>
            <a:fld id="{9A0DB2DC-4C9A-4742-B13C-FB6460FD3503}" type="slidenum">
              <a:rPr lang="en-US" altLang="x-none" dirty="0">
                <a:latin typeface="Franklin Gothic Book" panose="020B0503020102020204" pitchFamily="34" charset="0"/>
              </a:rPr>
            </a:fld>
            <a:endParaRPr lang="en-US" altLang="x-none" dirty="0">
              <a:latin typeface="Franklin Gothic Book" panose="020B05030201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10" name="Date Placeholder 3"/>
          <p:cNvSpPr>
            <a:spLocks noGrp="1"/>
          </p:cNvSpPr>
          <p:nvPr>
            <p:ph type="dt" sz="half" idx="2"/>
          </p:nvPr>
        </p:nvSpPr>
        <p:spPr>
          <a:xfrm>
            <a:off x="6172200" y="6191250"/>
            <a:ext cx="2476500" cy="476250"/>
          </a:xfrm>
          <a:prstGeom prst="rect">
            <a:avLst/>
          </a:prstGeom>
        </p:spPr>
        <p:txBody>
          <a:bodyPr anchor="ctr" anchorCtr="0"/>
          <a:lstStyle/>
          <a:p>
            <a:pPr algn="r">
              <a:buNone/>
            </a:pPr>
            <a:fld id="{BB962C8B-B14F-4D97-AF65-F5344CB8AC3E}" type="datetimeFigureOut">
              <a:rPr lang="en-US" altLang="x-none" dirty="0"/>
            </a:fld>
            <a:endParaRPr lang="en-US" altLang="x-none" dirty="0"/>
          </a:p>
        </p:txBody>
      </p:sp>
      <p:sp>
        <p:nvSpPr>
          <p:cNvPr id="11" name="Footer Placeholder 4"/>
          <p:cNvSpPr>
            <a:spLocks noGrp="1"/>
          </p:cNvSpPr>
          <p:nvPr>
            <p:ph type="ftr" sz="quarter" idx="3"/>
          </p:nvPr>
        </p:nvSpPr>
        <p:spPr>
          <a:xfrm>
            <a:off x="914400" y="6172200"/>
            <a:ext cx="3962400" cy="457200"/>
          </a:xfrm>
          <a:prstGeom prst="rect">
            <a:avLst/>
          </a:prstGeom>
        </p:spPr>
        <p:txBody>
          <a:bodyPr anchor="ctr" anchorCtr="0"/>
          <a:lstStyle/>
          <a:p>
            <a:pPr>
              <a:buNone/>
            </a:pPr>
            <a:endParaRPr lang="en-US" altLang="zh-TW" dirty="0"/>
          </a:p>
        </p:txBody>
      </p:sp>
      <p:sp>
        <p:nvSpPr>
          <p:cNvPr id="12" name="Slide Number Placeholder 5"/>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lstStyle/>
          <a:p>
            <a:pPr>
              <a:buNone/>
            </a:pPr>
            <a:fld id="{9A0DB2DC-4C9A-4742-B13C-FB6460FD3503}" type="slidenum">
              <a:rPr lang="en-US" altLang="x-none" dirty="0">
                <a:latin typeface="Franklin Gothic Book" panose="020B0503020102020204" pitchFamily="34" charset="0"/>
              </a:rPr>
            </a:fld>
            <a:endParaRPr lang="en-US" altLang="x-none" dirty="0">
              <a:latin typeface="Franklin Gothic Book" panose="020B05030201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10" name="Date Placeholder 3"/>
          <p:cNvSpPr>
            <a:spLocks noGrp="1"/>
          </p:cNvSpPr>
          <p:nvPr>
            <p:ph type="dt" sz="half" idx="2"/>
          </p:nvPr>
        </p:nvSpPr>
        <p:spPr>
          <a:xfrm>
            <a:off x="6172200" y="6191250"/>
            <a:ext cx="2476500" cy="476250"/>
          </a:xfrm>
          <a:prstGeom prst="rect">
            <a:avLst/>
          </a:prstGeom>
        </p:spPr>
        <p:txBody>
          <a:bodyPr anchor="ctr" anchorCtr="0"/>
          <a:lstStyle/>
          <a:p>
            <a:pPr algn="r">
              <a:buNone/>
            </a:pPr>
            <a:fld id="{BB962C8B-B14F-4D97-AF65-F5344CB8AC3E}" type="datetimeFigureOut">
              <a:rPr lang="en-US" altLang="x-none" dirty="0"/>
            </a:fld>
            <a:endParaRPr lang="en-US" altLang="x-none" dirty="0"/>
          </a:p>
        </p:txBody>
      </p:sp>
      <p:sp>
        <p:nvSpPr>
          <p:cNvPr id="11" name="Footer Placeholder 4"/>
          <p:cNvSpPr>
            <a:spLocks noGrp="1"/>
          </p:cNvSpPr>
          <p:nvPr>
            <p:ph type="ftr" sz="quarter" idx="3"/>
          </p:nvPr>
        </p:nvSpPr>
        <p:spPr>
          <a:xfrm>
            <a:off x="914400" y="6172200"/>
            <a:ext cx="3962400" cy="457200"/>
          </a:xfrm>
          <a:prstGeom prst="rect">
            <a:avLst/>
          </a:prstGeom>
        </p:spPr>
        <p:txBody>
          <a:bodyPr anchor="ctr" anchorCtr="0"/>
          <a:lstStyle/>
          <a:p>
            <a:pPr>
              <a:buNone/>
            </a:pPr>
            <a:endParaRPr lang="en-US" altLang="zh-TW" dirty="0"/>
          </a:p>
        </p:txBody>
      </p:sp>
      <p:sp>
        <p:nvSpPr>
          <p:cNvPr id="12" name="Slide Number Placeholder 5"/>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lstStyle/>
          <a:p>
            <a:pPr>
              <a:buNone/>
            </a:pPr>
            <a:fld id="{9A0DB2DC-4C9A-4742-B13C-FB6460FD3503}" type="slidenum">
              <a:rPr lang="en-US" altLang="x-none" dirty="0">
                <a:latin typeface="Franklin Gothic Book" panose="020B0503020102020204" pitchFamily="34" charset="0"/>
              </a:rPr>
            </a:fld>
            <a:endParaRPr lang="en-US" altLang="x-none" dirty="0">
              <a:latin typeface="Franklin Gothic Book" panose="020B05030201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defRPr>
            </a:lvl1pPr>
            <a:lvl2pPr marL="457200" lvl="1"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2pPr>
            <a:lvl3pPr marL="914400" lvl="2"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3pPr>
            <a:lvl4pPr marL="1371600" lvl="3"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4pPr>
            <a:lvl5pPr marL="1828800" lvl="4"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5pPr>
          </a:lstStyle>
          <a:p>
            <a:pPr lvl="0" eaLnBrk="1" hangingPunct="1">
              <a:buNone/>
            </a:pPr>
            <a:endParaRPr lang="en-US" altLang="x-none" dirty="0">
              <a:solidFill>
                <a:srgbClr val="FFFFFF"/>
              </a:solidFill>
              <a:latin typeface="Perpetua" panose="02020502060401020303" pitchFamily="18" charset="0"/>
            </a:endParaRPr>
          </a:p>
        </p:txBody>
      </p:sp>
      <p:sp useBgFill="1">
        <p:nvSpPr>
          <p:cNvPr id="8" name="Rounded Rectangle 7"/>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defRPr>
            </a:lvl1pPr>
            <a:lvl2pPr marL="457200" lvl="1"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2pPr>
            <a:lvl3pPr marL="914400" lvl="2"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3pPr>
            <a:lvl4pPr marL="1371600" lvl="3"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4pPr>
            <a:lvl5pPr marL="1828800" lvl="4"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5pPr>
          </a:lstStyle>
          <a:p>
            <a:pPr lvl="0" eaLnBrk="1" hangingPunct="1">
              <a:buNone/>
            </a:pPr>
            <a:endParaRPr lang="en-US" altLang="x-none" dirty="0">
              <a:solidFill>
                <a:srgbClr val="FFFFFF"/>
              </a:solidFill>
              <a:latin typeface="Perpetua" panose="02020502060401020303" pitchFamily="18" charset="0"/>
            </a:endParaRPr>
          </a:p>
        </p:txBody>
      </p:sp>
      <p:sp>
        <p:nvSpPr>
          <p:cNvPr id="2052" name="Title Placeholder 21"/>
          <p:cNvSpPr>
            <a:spLocks noGrp="1"/>
          </p:cNvSpPr>
          <p:nvPr>
            <p:ph type="title"/>
          </p:nvPr>
        </p:nvSpPr>
        <p:spPr>
          <a:xfrm>
            <a:off x="914400" y="274638"/>
            <a:ext cx="7772400" cy="1143000"/>
          </a:xfrm>
          <a:prstGeom prst="rect">
            <a:avLst/>
          </a:prstGeom>
          <a:noFill/>
          <a:ln w="9525">
            <a:noFill/>
          </a:ln>
        </p:spPr>
        <p:txBody>
          <a:bodyPr bIns="91440" anchor="b"/>
          <a:lstStyle/>
          <a:p>
            <a:pPr lvl="0"/>
            <a:r>
              <a:rPr lang="en-US" altLang="x-none" dirty="0"/>
              <a:t>Click to edit Master title style</a:t>
            </a:r>
            <a:endParaRPr lang="en-US" altLang="x-none" dirty="0"/>
          </a:p>
        </p:txBody>
      </p:sp>
      <p:sp>
        <p:nvSpPr>
          <p:cNvPr id="2053" name="Text Placeholder 12"/>
          <p:cNvSpPr>
            <a:spLocks noGrp="1"/>
          </p:cNvSpPr>
          <p:nvPr>
            <p:ph type="body" idx="1"/>
          </p:nvPr>
        </p:nvSpPr>
        <p:spPr>
          <a:xfrm>
            <a:off x="914400" y="1447800"/>
            <a:ext cx="7772400" cy="4572000"/>
          </a:xfrm>
          <a:prstGeom prst="rect">
            <a:avLst/>
          </a:prstGeom>
          <a:noFill/>
          <a:ln w="9525">
            <a:noFill/>
          </a:ln>
        </p:spPr>
        <p:txBody>
          <a:bodyPr/>
          <a:lstStyle/>
          <a:p>
            <a:pPr lvl="0"/>
            <a:r>
              <a:rPr lang="en-US" altLang="x-none" dirty="0"/>
              <a:t>Click to edit Master text styles</a:t>
            </a:r>
            <a:endParaRPr lang="en-US" altLang="x-none" dirty="0"/>
          </a:p>
          <a:p>
            <a:pPr lvl="1"/>
            <a:r>
              <a:rPr lang="en-US" altLang="x-none" dirty="0"/>
              <a:t>Second level</a:t>
            </a:r>
            <a:endParaRPr lang="en-US" altLang="x-none" dirty="0"/>
          </a:p>
          <a:p>
            <a:pPr lvl="2"/>
            <a:r>
              <a:rPr lang="en-US" altLang="x-none" dirty="0"/>
              <a:t>Third level</a:t>
            </a:r>
            <a:endParaRPr lang="en-US" altLang="x-none" dirty="0"/>
          </a:p>
          <a:p>
            <a:pPr lvl="3"/>
            <a:r>
              <a:rPr lang="en-US" altLang="x-none" dirty="0"/>
              <a:t>Fourth level</a:t>
            </a:r>
            <a:endParaRPr lang="en-US" altLang="x-none" dirty="0"/>
          </a:p>
          <a:p>
            <a:pPr lvl="4"/>
            <a:r>
              <a:rPr lang="en-US" altLang="x-none" dirty="0"/>
              <a:t>Fifth level</a:t>
            </a:r>
            <a:endParaRPr lang="en-US" altLang="x-none" dirty="0"/>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a:defRPr sz="1400">
                <a:solidFill>
                  <a:schemeClr val="tx2"/>
                </a:solidFill>
              </a:defRPr>
            </a:lvl1pPr>
          </a:lstStyle>
          <a:p>
            <a:pPr lvl="0" eaLnBrk="1" hangingPunct="1">
              <a:buNone/>
            </a:pPr>
            <a:fld id="{BB962C8B-B14F-4D97-AF65-F5344CB8AC3E}" type="datetimeFigureOut">
              <a:rPr lang="en-US" altLang="x-none" dirty="0">
                <a:latin typeface="Times New Roman" panose="02020603050405020304" pitchFamily="18" charset="0"/>
              </a:rPr>
            </a:fld>
            <a:endParaRPr lang="en-US" altLang="x-none" dirty="0">
              <a:latin typeface="Times New Roman" panose="02020603050405020304" pitchFamily="18" charset="0"/>
            </a:endParaRPr>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a:defRPr sz="1400">
                <a:solidFill>
                  <a:schemeClr val="tx2"/>
                </a:solidFill>
              </a:defRPr>
            </a:lvl1pPr>
          </a:lstStyle>
          <a:p>
            <a:pPr lvl="0" eaLnBrk="1" hangingPunct="1">
              <a:buNone/>
            </a:pPr>
            <a:endParaRPr lang="en-US" altLang="zh-TW" dirty="0">
              <a:latin typeface="Times New Roman" panose="02020603050405020304" pitchFamily="18" charset="0"/>
            </a:endParaRPr>
          </a:p>
        </p:txBody>
      </p:sp>
      <p:sp>
        <p:nvSpPr>
          <p:cNvPr id="23" name="Slide Number Placeholder 22"/>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lstStyle>
            <a:lvl1pPr>
              <a:defRPr sz="1400">
                <a:solidFill>
                  <a:srgbClr val="FFFFFF"/>
                </a:solidFill>
                <a:latin typeface="Franklin Gothic Book" panose="020B0503020102020204" pitchFamily="34" charset="0"/>
              </a:defRPr>
            </a:lvl1pPr>
          </a:lstStyle>
          <a:p>
            <a:pPr lvl="0" eaLnBrk="1" hangingPunct="1">
              <a:buNone/>
            </a:pPr>
            <a:fld id="{9A0DB2DC-4C9A-4742-B13C-FB6460FD3503}" type="slidenum">
              <a:rPr lang="en-US" altLang="x-none" dirty="0"/>
            </a:fld>
            <a:endParaRPr lang="en-US" altLang="x-none"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panose="05020102010507070707"/>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panose="05020102010507070707"/>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panose="05020102010507070707"/>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panose="05020102010507070707"/>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hyperlink" Target="https://owasp.org/www-project-web-security-testing-guide/latest/4-Web_Application_Security_Testing/07-Input_Validation_Testing/12-Testing_for_Command_Injection" TargetMode="Externa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ubtitle 8"/>
          <p:cNvSpPr>
            <a:spLocks noGrp="1"/>
          </p:cNvSpPr>
          <p:nvPr>
            <p:ph type="subTitle" idx="1"/>
          </p:nvPr>
        </p:nvSpPr>
        <p:spPr>
          <a:xfrm>
            <a:off x="2555776" y="5102879"/>
            <a:ext cx="6472808" cy="1080120"/>
          </a:xfrm>
        </p:spPr>
        <p:txBody>
          <a:bodyPr vert="horz" wrap="square" anchor="t"/>
          <a:lstStyle/>
          <a:p>
            <a:pPr>
              <a:buFont typeface="Wingdings 2" panose="05020102010507070707" pitchFamily="18" charset="2"/>
            </a:pPr>
            <a:r>
              <a:rPr kumimoji="0" lang="en-US" altLang="x-none" kern="1200" dirty="0">
                <a:latin typeface="+mn-lt"/>
                <a:ea typeface="+mn-ea"/>
                <a:cs typeface="+mn-cs"/>
              </a:rPr>
              <a:t>                                                     </a:t>
            </a:r>
            <a:r>
              <a:rPr kumimoji="0" lang="en-US" altLang="x-none" sz="2000" kern="1200" dirty="0">
                <a:latin typeface="Times New Roman" panose="02020603050405020304" pitchFamily="18" charset="0"/>
                <a:cs typeface="Times New Roman" panose="02020603050405020304" pitchFamily="18" charset="0"/>
              </a:rPr>
              <a:t>By –</a:t>
            </a:r>
            <a:r>
              <a:rPr lang="en-US" sz="2000" dirty="0">
                <a:latin typeface="Times New Roman" panose="02020603050405020304" pitchFamily="18" charset="0"/>
                <a:cs typeface="Times New Roman" panose="02020603050405020304" pitchFamily="18" charset="0"/>
              </a:rPr>
              <a:t>Prakash Khasor,</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Assistant Professor(Cyber Security),</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National Forensic Sciences University</a:t>
            </a:r>
            <a:endParaRPr kumimoji="0" lang="en-IN" altLang="en-US" sz="2000" kern="1200" dirty="0">
              <a:latin typeface="Times New Roman" panose="02020603050405020304" pitchFamily="18" charset="0"/>
              <a:cs typeface="Times New Roman" panose="02020603050405020304" pitchFamily="18" charset="0"/>
            </a:endParaRPr>
          </a:p>
        </p:txBody>
      </p:sp>
      <p:sp>
        <p:nvSpPr>
          <p:cNvPr id="17412" name="Rectangle 4"/>
          <p:cNvSpPr>
            <a:spLocks noGrp="1"/>
          </p:cNvSpPr>
          <p:nvPr>
            <p:ph type="ctrTitle"/>
          </p:nvPr>
        </p:nvSpPr>
        <p:spPr>
          <a:xfrm>
            <a:off x="457200" y="1506538"/>
            <a:ext cx="8229600" cy="1470025"/>
          </a:xfrm>
        </p:spPr>
        <p:txBody>
          <a:bodyPr vert="horz" wrap="square" bIns="91440" anchor="ctr"/>
          <a:lstStyle/>
          <a:p>
            <a:pPr>
              <a:buClrTx/>
              <a:buSzTx/>
              <a:buFontTx/>
            </a:pPr>
            <a:r>
              <a:rPr kumimoji="0" lang="en-IN" altLang="zh-TW" kern="1200" dirty="0">
                <a:solidFill>
                  <a:srgbClr val="FFFFFF"/>
                </a:solidFill>
                <a:latin typeface="Times New Roman" panose="02020603050405020304" pitchFamily="18" charset="0"/>
                <a:cs typeface="Times New Roman" panose="02020603050405020304" pitchFamily="18" charset="0"/>
              </a:rPr>
              <a:t>Command Injection</a:t>
            </a:r>
            <a:endParaRPr kumimoji="0" lang="en-IN" altLang="en-US" kern="1200" dirty="0">
              <a:solidFill>
                <a:srgbClr val="FFFFFF"/>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p:cNvSpPr>
          <p:nvPr>
            <p:ph type="title"/>
          </p:nvPr>
        </p:nvSpPr>
        <p:spPr/>
        <p:txBody>
          <a:bodyPr vert="horz" wrap="square" bIns="91440" anchor="b"/>
          <a:lstStyle/>
          <a:p>
            <a:r>
              <a:rPr lang="en-US" altLang="zh-TW" b="1" u="sng" dirty="0">
                <a:solidFill>
                  <a:srgbClr val="FF3300"/>
                </a:solidFill>
                <a:latin typeface="Times New Roman" panose="02020603050405020304" pitchFamily="18" charset="0"/>
                <a:cs typeface="Times New Roman" panose="02020603050405020304" pitchFamily="18" charset="0"/>
              </a:rPr>
              <a:t>Introduction</a:t>
            </a:r>
            <a:endParaRPr lang="en-US" altLang="zh-TW" b="1" u="sng" dirty="0">
              <a:solidFill>
                <a:srgbClr val="FF3300"/>
              </a:solidFill>
              <a:latin typeface="Times New Roman" panose="02020603050405020304" pitchFamily="18" charset="0"/>
              <a:cs typeface="Times New Roman" panose="02020603050405020304" pitchFamily="18" charset="0"/>
            </a:endParaRPr>
          </a:p>
        </p:txBody>
      </p:sp>
      <p:sp>
        <p:nvSpPr>
          <p:cNvPr id="71683" name="Rectangle 3"/>
          <p:cNvSpPr>
            <a:spLocks noGrp="1"/>
          </p:cNvSpPr>
          <p:nvPr>
            <p:ph sz="quarter" idx="1"/>
          </p:nvPr>
        </p:nvSpPr>
        <p:spPr>
          <a:xfrm>
            <a:off x="348680" y="1417638"/>
            <a:ext cx="8338120" cy="4154090"/>
          </a:xfrm>
        </p:spPr>
        <p:txBody>
          <a:bodyPr wrap="square" anchor="t"/>
          <a:lstStyle/>
          <a:p>
            <a:pPr marL="0" indent="0">
              <a:buClr>
                <a:schemeClr val="accent1"/>
              </a:buClr>
              <a:buSzPct val="85000"/>
              <a:buNone/>
            </a:pPr>
            <a:endParaRPr lang="en-US" altLang="zh-TW" dirty="0"/>
          </a:p>
          <a:p>
            <a:pPr>
              <a:buClr>
                <a:schemeClr val="accent1"/>
              </a:buClr>
              <a:buSzPct val="85000"/>
              <a:buFont typeface="Wingdings 2" panose="05020102010507070707" pitchFamily="18" charset="2"/>
            </a:pPr>
            <a:r>
              <a:rPr lang="en-US" altLang="zh-TW" sz="2400" dirty="0">
                <a:latin typeface="Times New Roman" panose="02020603050405020304" pitchFamily="18" charset="0"/>
                <a:cs typeface="Times New Roman" panose="02020603050405020304" pitchFamily="18" charset="0"/>
              </a:rPr>
              <a:t>What is command injection?</a:t>
            </a:r>
            <a:endParaRPr lang="en-US" altLang="zh-TW" sz="2400" dirty="0">
              <a:latin typeface="Times New Roman" panose="02020603050405020304" pitchFamily="18" charset="0"/>
              <a:cs typeface="Times New Roman" panose="02020603050405020304" pitchFamily="18" charset="0"/>
            </a:endParaRPr>
          </a:p>
          <a:p>
            <a:pPr>
              <a:buClr>
                <a:schemeClr val="accent1"/>
              </a:buClr>
              <a:buSzPct val="85000"/>
              <a:buFont typeface="Wingdings 2" panose="05020102010507070707" pitchFamily="18" charset="2"/>
            </a:pPr>
            <a:r>
              <a:rPr lang="en-US" altLang="zh-TW" sz="2400" dirty="0">
                <a:latin typeface="Times New Roman" panose="02020603050405020304" pitchFamily="18" charset="0"/>
                <a:cs typeface="Times New Roman" panose="02020603050405020304" pitchFamily="18" charset="0"/>
              </a:rPr>
              <a:t>Methodology for Penetration Testing</a:t>
            </a:r>
            <a:endParaRPr lang="en-US" altLang="zh-TW" sz="2400" dirty="0">
              <a:latin typeface="Times New Roman" panose="02020603050405020304" pitchFamily="18" charset="0"/>
              <a:cs typeface="Times New Roman" panose="02020603050405020304" pitchFamily="18" charset="0"/>
            </a:endParaRPr>
          </a:p>
          <a:p>
            <a:pPr>
              <a:buClr>
                <a:schemeClr val="accent1"/>
              </a:buClr>
              <a:buSzPct val="85000"/>
              <a:buFont typeface="Wingdings 2" panose="05020102010507070707" pitchFamily="18" charset="2"/>
            </a:pPr>
            <a:r>
              <a:rPr lang="en-US" altLang="zh-TW" sz="2400" dirty="0">
                <a:latin typeface="Times New Roman" panose="02020603050405020304" pitchFamily="18" charset="0"/>
                <a:cs typeface="Times New Roman" panose="02020603050405020304" pitchFamily="18" charset="0"/>
              </a:rPr>
              <a:t>Prevention or Solution</a:t>
            </a:r>
            <a:endParaRPr lang="en-US" altLang="zh-TW" sz="2400" dirty="0">
              <a:latin typeface="Times New Roman" panose="02020603050405020304" pitchFamily="18" charset="0"/>
              <a:cs typeface="Times New Roman" panose="02020603050405020304" pitchFamily="18" charset="0"/>
            </a:endParaRPr>
          </a:p>
          <a:p>
            <a:pPr marL="0" indent="0">
              <a:buClr>
                <a:schemeClr val="accent1"/>
              </a:buClr>
              <a:buSzPct val="85000"/>
              <a:buNone/>
            </a:pPr>
            <a:endParaRPr lang="en-US" altLang="zh-TW"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p:cNvSpPr>
          <p:nvPr>
            <p:ph type="title"/>
          </p:nvPr>
        </p:nvSpPr>
        <p:spPr>
          <a:xfrm>
            <a:off x="914400" y="188640"/>
            <a:ext cx="7772400" cy="792088"/>
          </a:xfrm>
        </p:spPr>
        <p:txBody>
          <a:bodyPr vert="horz" wrap="square" bIns="91440" anchor="b"/>
          <a:lstStyle/>
          <a:p>
            <a:r>
              <a:rPr lang="en-US" altLang="zh-TW" b="1" u="sng" dirty="0">
                <a:latin typeface="Times New Roman" panose="02020603050405020304" pitchFamily="18" charset="0"/>
                <a:cs typeface="Times New Roman" panose="02020603050405020304" pitchFamily="18" charset="0"/>
              </a:rPr>
              <a:t>Command injection?</a:t>
            </a:r>
            <a:endParaRPr lang="en-US" altLang="zh-TW" b="1" u="sng" dirty="0">
              <a:latin typeface="Times New Roman" panose="02020603050405020304" pitchFamily="18" charset="0"/>
              <a:cs typeface="Times New Roman" panose="02020603050405020304" pitchFamily="18" charset="0"/>
            </a:endParaRPr>
          </a:p>
        </p:txBody>
      </p:sp>
      <p:sp>
        <p:nvSpPr>
          <p:cNvPr id="19459" name="Rectangle 3"/>
          <p:cNvSpPr>
            <a:spLocks noGrp="1"/>
          </p:cNvSpPr>
          <p:nvPr>
            <p:ph sz="quarter" idx="1"/>
          </p:nvPr>
        </p:nvSpPr>
        <p:spPr>
          <a:xfrm>
            <a:off x="914400" y="1124744"/>
            <a:ext cx="7546032" cy="4895056"/>
          </a:xfrm>
        </p:spPr>
        <p:txBody>
          <a:bodyPr wrap="square" anchor="t"/>
          <a:lstStyle/>
          <a:p>
            <a:pPr>
              <a:buClr>
                <a:schemeClr val="accent1"/>
              </a:buClr>
              <a:buSzPct val="85000"/>
              <a:buFont typeface="Wingdings 2" panose="05020102010507070707" pitchFamily="18" charset="2"/>
            </a:pPr>
            <a:r>
              <a:rPr lang="en-US" altLang="zh-TW" dirty="0">
                <a:latin typeface="Times New Roman" panose="02020603050405020304" pitchFamily="18" charset="0"/>
                <a:cs typeface="Times New Roman" panose="02020603050405020304" pitchFamily="18" charset="0"/>
              </a:rPr>
              <a:t>Command injection is an attack in which the goal is execution of arbitrary commands on the host operating system via a vulnerable application. Command injection attacks are possible when an application passes unsafe user supplied data (forms, cookies, HTTP headers etc.) to a system shell(OWASP).</a:t>
            </a:r>
            <a:endParaRPr lang="en-US" altLang="zh-TW" dirty="0">
              <a:latin typeface="Times New Roman" panose="02020603050405020304" pitchFamily="18" charset="0"/>
              <a:cs typeface="Times New Roman" panose="02020603050405020304" pitchFamily="18" charset="0"/>
            </a:endParaRPr>
          </a:p>
          <a:p>
            <a:pPr>
              <a:buClr>
                <a:schemeClr val="accent1"/>
              </a:buClr>
              <a:buSzPct val="85000"/>
              <a:buFont typeface="Wingdings 2" panose="05020102010507070707" pitchFamily="18" charset="2"/>
            </a:pPr>
            <a:r>
              <a:rPr lang="en-US" altLang="zh-TW" dirty="0">
                <a:latin typeface="Times New Roman" panose="02020603050405020304" pitchFamily="18" charset="0"/>
                <a:cs typeface="Times New Roman" panose="02020603050405020304" pitchFamily="18" charset="0"/>
              </a:rPr>
              <a:t>Operating system command injection vulnerabilities arise when an application incorporates user-controllable data into a command that is processed by a shell command interpreter. </a:t>
            </a:r>
            <a:endParaRPr lang="en-US" altLang="zh-TW"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778098"/>
          </a:xfrm>
        </p:spPr>
        <p:txBody>
          <a:bodyPr/>
          <a:lstStyle/>
          <a:p>
            <a:r>
              <a:rPr lang="en-IN" dirty="0">
                <a:latin typeface="Times New Roman" panose="02020603050405020304" pitchFamily="18" charset="0"/>
                <a:cs typeface="Times New Roman" panose="02020603050405020304" pitchFamily="18" charset="0"/>
              </a:rPr>
              <a:t>Continue….</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a:xfrm>
            <a:off x="881743" y="1056590"/>
            <a:ext cx="7772400" cy="5293568"/>
          </a:xfrm>
        </p:spPr>
        <p:txBody>
          <a:bodyPr/>
          <a:lstStyle/>
          <a:p>
            <a:r>
              <a:rPr lang="en-US" dirty="0">
                <a:latin typeface="Times New Roman" panose="02020603050405020304" pitchFamily="18" charset="0"/>
                <a:cs typeface="Times New Roman" panose="02020603050405020304" pitchFamily="18" charset="0"/>
              </a:rPr>
              <a:t>If the user data is not strictly validated, an attacker can use shell meta-characters to modify the command that is executed, and inject arbitrary further commands that will be executed by the server.</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OS command injection vulnerabilities are usually very serious and may lead to compromise of the server hosting the application, or of the application's own data and functionality. It may also be possible to use the server as a platform for attacks against other systems. The exact potential for exploitation depends upon the security context in which the command is executed, and the privileges that this context has regarding sensitive resources on the server.</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5576" y="274638"/>
            <a:ext cx="7931224" cy="850106"/>
          </a:xfrm>
        </p:spPr>
        <p:txBody>
          <a:bodyPr/>
          <a:lstStyle/>
          <a:p>
            <a:r>
              <a:rPr lang="en-IN" b="1" u="sng" dirty="0">
                <a:latin typeface="Times New Roman" panose="02020603050405020304" pitchFamily="18" charset="0"/>
                <a:cs typeface="Times New Roman" panose="02020603050405020304" pitchFamily="18" charset="0"/>
              </a:rPr>
              <a:t>Practical</a:t>
            </a:r>
            <a:endParaRPr lang="en-IN" b="1" u="sng"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a:xfrm>
            <a:off x="611560" y="1447800"/>
            <a:ext cx="7848872" cy="4572000"/>
          </a:xfrm>
        </p:spPr>
        <p:txBody>
          <a:bodyPr/>
          <a:lstStyle/>
          <a:p>
            <a:pPr marL="0" indent="0">
              <a:buNone/>
            </a:pPr>
            <a:r>
              <a:rPr lang="en-IN" dirty="0">
                <a:latin typeface="Times New Roman" panose="02020603050405020304" pitchFamily="18" charset="0"/>
                <a:cs typeface="Times New Roman" panose="02020603050405020304" pitchFamily="18" charset="0"/>
              </a:rPr>
              <a:t>We will use DVWA for Practicals</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Security:-Low</a:t>
            </a: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stretch>
            <a:fillRect/>
          </a:stretch>
        </p:blipFill>
        <p:spPr>
          <a:xfrm>
            <a:off x="504056" y="2420888"/>
            <a:ext cx="8028384" cy="4248472"/>
          </a:xfrm>
          <a:prstGeom prst="rect">
            <a:avLst/>
          </a:prstGeom>
        </p:spPr>
      </p:pic>
      <p:graphicFrame>
        <p:nvGraphicFramePr>
          <p:cNvPr id="8" name="Table 8"/>
          <p:cNvGraphicFramePr>
            <a:graphicFrameLocks noGrp="1"/>
          </p:cNvGraphicFramePr>
          <p:nvPr/>
        </p:nvGraphicFramePr>
        <p:xfrm>
          <a:off x="5760132" y="157040"/>
          <a:ext cx="5472608" cy="2258464"/>
        </p:xfrm>
        <a:graphic>
          <a:graphicData uri="http://schemas.openxmlformats.org/drawingml/2006/table">
            <a:tbl>
              <a:tblPr firstRow="1" bandRow="1">
                <a:tableStyleId>{073A0DAA-6AF3-43AB-8588-CEC1D06C72B9}</a:tableStyleId>
              </a:tblPr>
              <a:tblGrid>
                <a:gridCol w="2520280"/>
                <a:gridCol w="1388726"/>
                <a:gridCol w="1563602"/>
              </a:tblGrid>
              <a:tr h="397712">
                <a:tc>
                  <a:txBody>
                    <a:bodyPr/>
                    <a:lstStyle/>
                    <a:p>
                      <a:pPr algn="l" fontAlgn="t" latinLnBrk="0"/>
                      <a:r>
                        <a:rPr lang="en-IN" dirty="0">
                          <a:effectLst/>
                        </a:rPr>
                        <a:t>Purpose of command</a:t>
                      </a:r>
                      <a:endParaRPr lang="en-IN" dirty="0">
                        <a:effectLst/>
                      </a:endParaRPr>
                    </a:p>
                  </a:txBody>
                  <a:tcPr/>
                </a:tc>
                <a:tc>
                  <a:txBody>
                    <a:bodyPr/>
                    <a:lstStyle/>
                    <a:p>
                      <a:pPr algn="l" fontAlgn="t" latinLnBrk="0"/>
                      <a:r>
                        <a:rPr lang="en-IN">
                          <a:effectLst/>
                        </a:rPr>
                        <a:t>Linux</a:t>
                      </a:r>
                      <a:endParaRPr lang="en-IN">
                        <a:effectLst/>
                      </a:endParaRPr>
                    </a:p>
                  </a:txBody>
                  <a:tcPr/>
                </a:tc>
                <a:tc>
                  <a:txBody>
                    <a:bodyPr/>
                    <a:lstStyle/>
                    <a:p>
                      <a:pPr algn="l" fontAlgn="t" latinLnBrk="0"/>
                      <a:r>
                        <a:rPr lang="en-IN" dirty="0">
                          <a:effectLst/>
                        </a:rPr>
                        <a:t>Windows</a:t>
                      </a:r>
                      <a:endParaRPr lang="en-IN" dirty="0">
                        <a:effectLst/>
                      </a:endParaRPr>
                    </a:p>
                  </a:txBody>
                  <a:tcPr/>
                </a:tc>
              </a:tr>
              <a:tr h="297555">
                <a:tc>
                  <a:txBody>
                    <a:bodyPr/>
                    <a:lstStyle/>
                    <a:p>
                      <a:pPr algn="l" fontAlgn="t" latinLnBrk="0"/>
                      <a:r>
                        <a:rPr lang="en-IN" dirty="0">
                          <a:effectLst/>
                        </a:rPr>
                        <a:t>Name of current user</a:t>
                      </a:r>
                      <a:endParaRPr lang="en-IN" dirty="0">
                        <a:effectLst/>
                      </a:endParaRPr>
                    </a:p>
                  </a:txBody>
                  <a:tcPr/>
                </a:tc>
                <a:tc>
                  <a:txBody>
                    <a:bodyPr/>
                    <a:lstStyle/>
                    <a:p>
                      <a:pPr algn="l" fontAlgn="t" latinLnBrk="0"/>
                      <a:r>
                        <a:rPr lang="en-IN" dirty="0" err="1">
                          <a:effectLst/>
                        </a:rPr>
                        <a:t>whoami</a:t>
                      </a:r>
                      <a:endParaRPr lang="en-IN" dirty="0">
                        <a:effectLst/>
                      </a:endParaRPr>
                    </a:p>
                  </a:txBody>
                  <a:tcPr/>
                </a:tc>
                <a:tc>
                  <a:txBody>
                    <a:bodyPr/>
                    <a:lstStyle/>
                    <a:p>
                      <a:pPr algn="l" fontAlgn="t" latinLnBrk="0"/>
                      <a:r>
                        <a:rPr lang="en-IN" dirty="0" err="1">
                          <a:effectLst/>
                        </a:rPr>
                        <a:t>whoami</a:t>
                      </a:r>
                      <a:endParaRPr lang="en-IN" dirty="0">
                        <a:effectLst/>
                      </a:endParaRPr>
                    </a:p>
                  </a:txBody>
                  <a:tcPr/>
                </a:tc>
              </a:tr>
              <a:tr h="297555">
                <a:tc>
                  <a:txBody>
                    <a:bodyPr/>
                    <a:lstStyle/>
                    <a:p>
                      <a:pPr algn="l" fontAlgn="t" latinLnBrk="0"/>
                      <a:r>
                        <a:rPr lang="en-IN" dirty="0">
                          <a:effectLst/>
                        </a:rPr>
                        <a:t>Operating system</a:t>
                      </a:r>
                      <a:endParaRPr lang="en-IN" dirty="0">
                        <a:effectLst/>
                      </a:endParaRPr>
                    </a:p>
                  </a:txBody>
                  <a:tcPr/>
                </a:tc>
                <a:tc>
                  <a:txBody>
                    <a:bodyPr/>
                    <a:lstStyle/>
                    <a:p>
                      <a:pPr algn="l" fontAlgn="t" latinLnBrk="0"/>
                      <a:r>
                        <a:rPr lang="en-IN" dirty="0" err="1">
                          <a:effectLst/>
                        </a:rPr>
                        <a:t>uname</a:t>
                      </a:r>
                      <a:r>
                        <a:rPr lang="en-IN" dirty="0">
                          <a:effectLst/>
                        </a:rPr>
                        <a:t> -a</a:t>
                      </a:r>
                      <a:endParaRPr lang="en-IN" dirty="0">
                        <a:effectLst/>
                      </a:endParaRPr>
                    </a:p>
                  </a:txBody>
                  <a:tcPr/>
                </a:tc>
                <a:tc>
                  <a:txBody>
                    <a:bodyPr/>
                    <a:lstStyle/>
                    <a:p>
                      <a:pPr algn="l" fontAlgn="t" latinLnBrk="0"/>
                      <a:r>
                        <a:rPr lang="en-IN" dirty="0" err="1">
                          <a:effectLst/>
                        </a:rPr>
                        <a:t>ver</a:t>
                      </a:r>
                      <a:endParaRPr lang="en-IN" dirty="0">
                        <a:effectLst/>
                      </a:endParaRPr>
                    </a:p>
                  </a:txBody>
                  <a:tcPr/>
                </a:tc>
              </a:tr>
              <a:tr h="397712">
                <a:tc>
                  <a:txBody>
                    <a:bodyPr/>
                    <a:lstStyle/>
                    <a:p>
                      <a:pPr algn="l" fontAlgn="t" latinLnBrk="0"/>
                      <a:r>
                        <a:rPr lang="en-IN" dirty="0">
                          <a:effectLst/>
                        </a:rPr>
                        <a:t>Network configuration</a:t>
                      </a:r>
                      <a:endParaRPr lang="en-IN" dirty="0">
                        <a:effectLst/>
                      </a:endParaRPr>
                    </a:p>
                  </a:txBody>
                  <a:tcPr/>
                </a:tc>
                <a:tc>
                  <a:txBody>
                    <a:bodyPr/>
                    <a:lstStyle/>
                    <a:p>
                      <a:pPr algn="l" fontAlgn="t" latinLnBrk="0"/>
                      <a:r>
                        <a:rPr lang="en-IN" dirty="0">
                          <a:effectLst/>
                        </a:rPr>
                        <a:t>ifconfig</a:t>
                      </a:r>
                      <a:endParaRPr lang="en-IN" dirty="0">
                        <a:effectLst/>
                      </a:endParaRPr>
                    </a:p>
                  </a:txBody>
                  <a:tcPr/>
                </a:tc>
                <a:tc>
                  <a:txBody>
                    <a:bodyPr/>
                    <a:lstStyle/>
                    <a:p>
                      <a:pPr algn="l" fontAlgn="t" latinLnBrk="0"/>
                      <a:r>
                        <a:rPr lang="en-IN" dirty="0">
                          <a:effectLst/>
                        </a:rPr>
                        <a:t>ipconfig /all</a:t>
                      </a:r>
                      <a:endParaRPr lang="en-IN" dirty="0">
                        <a:effectLst/>
                      </a:endParaRPr>
                    </a:p>
                  </a:txBody>
                  <a:tcPr/>
                </a:tc>
              </a:tr>
              <a:tr h="297555">
                <a:tc>
                  <a:txBody>
                    <a:bodyPr/>
                    <a:lstStyle/>
                    <a:p>
                      <a:pPr algn="l" fontAlgn="t" latinLnBrk="0"/>
                      <a:r>
                        <a:rPr lang="en-IN">
                          <a:effectLst/>
                        </a:rPr>
                        <a:t>Network connections</a:t>
                      </a:r>
                      <a:endParaRPr lang="en-IN">
                        <a:effectLst/>
                      </a:endParaRPr>
                    </a:p>
                  </a:txBody>
                  <a:tcPr/>
                </a:tc>
                <a:tc>
                  <a:txBody>
                    <a:bodyPr/>
                    <a:lstStyle/>
                    <a:p>
                      <a:pPr algn="l" fontAlgn="t" latinLnBrk="0"/>
                      <a:r>
                        <a:rPr lang="en-IN">
                          <a:effectLst/>
                        </a:rPr>
                        <a:t>netstat -an</a:t>
                      </a:r>
                      <a:endParaRPr lang="en-IN">
                        <a:effectLst/>
                      </a:endParaRPr>
                    </a:p>
                  </a:txBody>
                  <a:tcPr/>
                </a:tc>
                <a:tc>
                  <a:txBody>
                    <a:bodyPr/>
                    <a:lstStyle/>
                    <a:p>
                      <a:pPr algn="l" fontAlgn="t" latinLnBrk="0"/>
                      <a:r>
                        <a:rPr lang="en-IN" dirty="0">
                          <a:effectLst/>
                        </a:rPr>
                        <a:t>netstat -an</a:t>
                      </a:r>
                      <a:endParaRPr lang="en-IN" dirty="0">
                        <a:effectLst/>
                      </a:endParaRPr>
                    </a:p>
                  </a:txBody>
                  <a:tcPr/>
                </a:tc>
              </a:tr>
              <a:tr h="256129">
                <a:tc>
                  <a:txBody>
                    <a:bodyPr/>
                    <a:lstStyle/>
                    <a:p>
                      <a:pPr algn="l" fontAlgn="t" latinLnBrk="0"/>
                      <a:r>
                        <a:rPr lang="en-IN">
                          <a:effectLst/>
                        </a:rPr>
                        <a:t>Running processes</a:t>
                      </a:r>
                      <a:endParaRPr lang="en-IN">
                        <a:effectLst/>
                      </a:endParaRPr>
                    </a:p>
                  </a:txBody>
                  <a:tcPr/>
                </a:tc>
                <a:tc>
                  <a:txBody>
                    <a:bodyPr/>
                    <a:lstStyle/>
                    <a:p>
                      <a:pPr algn="l" fontAlgn="t" latinLnBrk="0"/>
                      <a:r>
                        <a:rPr lang="en-IN" dirty="0" err="1">
                          <a:effectLst/>
                        </a:rPr>
                        <a:t>ps</a:t>
                      </a:r>
                      <a:r>
                        <a:rPr lang="en-IN" dirty="0">
                          <a:effectLst/>
                        </a:rPr>
                        <a:t> -</a:t>
                      </a:r>
                      <a:r>
                        <a:rPr lang="en-IN" dirty="0" err="1">
                          <a:effectLst/>
                        </a:rPr>
                        <a:t>ef</a:t>
                      </a:r>
                      <a:endParaRPr lang="en-IN" dirty="0">
                        <a:effectLst/>
                      </a:endParaRPr>
                    </a:p>
                  </a:txBody>
                  <a:tcPr/>
                </a:tc>
                <a:tc>
                  <a:txBody>
                    <a:bodyPr/>
                    <a:lstStyle/>
                    <a:p>
                      <a:pPr algn="l" fontAlgn="t" latinLnBrk="0"/>
                      <a:r>
                        <a:rPr lang="en-IN" dirty="0" err="1">
                          <a:effectLst/>
                        </a:rPr>
                        <a:t>tasklist</a:t>
                      </a:r>
                      <a:endParaRPr lang="en-IN" dirty="0">
                        <a:effectLst/>
                      </a:endParaRPr>
                    </a:p>
                  </a:txBody>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743690"/>
          </a:xfrm>
        </p:spPr>
        <p:txBody>
          <a:bodyPr/>
          <a:lstStyle/>
          <a:p>
            <a:r>
              <a:rPr lang="en-IN" dirty="0">
                <a:latin typeface="Times New Roman" panose="02020603050405020304" pitchFamily="18" charset="0"/>
                <a:cs typeface="Times New Roman" panose="02020603050405020304" pitchFamily="18" charset="0"/>
              </a:rPr>
              <a:t>Continue….</a:t>
            </a:r>
            <a:endParaRPr lang="en-IN" dirty="0">
              <a:latin typeface="Times New Roman" panose="02020603050405020304" pitchFamily="18" charset="0"/>
              <a:cs typeface="Times New Roman" panose="02020603050405020304" pitchFamily="18" charset="0"/>
            </a:endParaRPr>
          </a:p>
        </p:txBody>
      </p:sp>
      <p:pic>
        <p:nvPicPr>
          <p:cNvPr id="6" name="Content Placeholder 5"/>
          <p:cNvPicPr>
            <a:picLocks noGrp="1" noChangeAspect="1"/>
          </p:cNvPicPr>
          <p:nvPr>
            <p:ph sz="quarter" idx="1"/>
          </p:nvPr>
        </p:nvPicPr>
        <p:blipFill>
          <a:blip r:embed="rId1"/>
          <a:stretch>
            <a:fillRect/>
          </a:stretch>
        </p:blipFill>
        <p:spPr>
          <a:xfrm>
            <a:off x="914400" y="1124744"/>
            <a:ext cx="7402016" cy="4176464"/>
          </a:xfrm>
        </p:spPr>
      </p:pic>
      <p:sp>
        <p:nvSpPr>
          <p:cNvPr id="7" name="TextBox 6"/>
          <p:cNvSpPr txBox="1"/>
          <p:nvPr/>
        </p:nvSpPr>
        <p:spPr>
          <a:xfrm>
            <a:off x="925556" y="5517232"/>
            <a:ext cx="7488832" cy="1323439"/>
          </a:xfrm>
          <a:prstGeom prst="rect">
            <a:avLst/>
          </a:prstGeom>
          <a:noFill/>
        </p:spPr>
        <p:txBody>
          <a:bodyPr wrap="square" rtlCol="0">
            <a:spAutoFit/>
          </a:bodyPr>
          <a:lstStyle/>
          <a:p>
            <a:pPr algn="l"/>
            <a:r>
              <a:rPr lang="en-US" dirty="0"/>
              <a:t>Underlying code does not check if </a:t>
            </a:r>
            <a:r>
              <a:rPr lang="en-US" b="1" dirty="0"/>
              <a:t>$target </a:t>
            </a:r>
            <a:r>
              <a:rPr lang="en-US" dirty="0"/>
              <a:t>matches an IP Address. No filtering on special characters.</a:t>
            </a:r>
            <a:endParaRPr lang="en-US" dirty="0"/>
          </a:p>
          <a:p>
            <a:pPr algn="l"/>
            <a:r>
              <a:rPr lang="en-US" dirty="0"/>
              <a:t>Other special characters we can use:-</a:t>
            </a:r>
            <a:endParaRPr lang="en-US" dirty="0"/>
          </a:p>
          <a:p>
            <a:pPr algn="l"/>
            <a:r>
              <a:rPr lang="en-US" b="1" dirty="0"/>
              <a:t>&amp;&amp; - AND Operator</a:t>
            </a:r>
            <a:endParaRPr lang="en-US" b="1" dirty="0"/>
          </a:p>
          <a:p>
            <a:pPr algn="l"/>
            <a:r>
              <a:rPr lang="en-US" b="1" dirty="0"/>
              <a:t>| - PIPE Operator - </a:t>
            </a:r>
            <a:r>
              <a:rPr lang="en-US" dirty="0"/>
              <a:t>Completely removes IP address from output.</a:t>
            </a: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778098"/>
          </a:xfrm>
        </p:spPr>
        <p:txBody>
          <a:bodyPr/>
          <a:lstStyle/>
          <a:p>
            <a:r>
              <a:rPr lang="en-IN" dirty="0">
                <a:latin typeface="Times New Roman" panose="02020603050405020304" pitchFamily="18" charset="0"/>
                <a:cs typeface="Times New Roman" panose="02020603050405020304" pitchFamily="18" charset="0"/>
              </a:rPr>
              <a:t>Continue….</a:t>
            </a:r>
            <a:endParaRPr lang="en-IN" dirty="0"/>
          </a:p>
        </p:txBody>
      </p:sp>
      <p:pic>
        <p:nvPicPr>
          <p:cNvPr id="6" name="Content Placeholder 5"/>
          <p:cNvPicPr>
            <a:picLocks noGrp="1" noChangeAspect="1"/>
          </p:cNvPicPr>
          <p:nvPr>
            <p:ph sz="quarter" idx="1"/>
          </p:nvPr>
        </p:nvPicPr>
        <p:blipFill>
          <a:blip r:embed="rId1"/>
          <a:stretch>
            <a:fillRect/>
          </a:stretch>
        </p:blipFill>
        <p:spPr>
          <a:xfrm>
            <a:off x="1115616" y="1556792"/>
            <a:ext cx="6666703" cy="4501480"/>
          </a:xfrm>
        </p:spPr>
      </p:pic>
      <p:sp>
        <p:nvSpPr>
          <p:cNvPr id="8" name="TextBox 7"/>
          <p:cNvSpPr txBox="1"/>
          <p:nvPr/>
        </p:nvSpPr>
        <p:spPr>
          <a:xfrm>
            <a:off x="1115616" y="908720"/>
            <a:ext cx="6594695" cy="492443"/>
          </a:xfrm>
          <a:prstGeom prst="rect">
            <a:avLst/>
          </a:prstGeom>
          <a:noFill/>
        </p:spPr>
        <p:txBody>
          <a:bodyPr wrap="square" rtlCol="0">
            <a:spAutoFit/>
          </a:bodyPr>
          <a:lstStyle/>
          <a:p>
            <a:pPr marL="274320" marR="0" lvl="0" indent="-274320" algn="l" defTabSz="914400" rtl="0" eaLnBrk="1" fontAlgn="auto" latinLnBrk="0" hangingPunct="1">
              <a:lnSpc>
                <a:spcPct val="100000"/>
              </a:lnSpc>
              <a:spcBef>
                <a:spcPts val="580"/>
              </a:spcBef>
              <a:spcAft>
                <a:spcPts val="0"/>
              </a:spcAft>
              <a:buClr>
                <a:srgbClr val="D34817"/>
              </a:buClr>
              <a:buSzPct val="85000"/>
              <a:buFont typeface="Wingdings 2" panose="05020102010507070707"/>
              <a:buChar char=""/>
              <a:defRPr/>
            </a:pPr>
            <a:r>
              <a:rPr kumimoji="0" lang="en-IN" sz="2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Security:-Medium</a:t>
            </a:r>
            <a:endParaRPr kumimoji="0" lang="en-IN" sz="2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9" name="TextBox 8"/>
          <p:cNvSpPr txBox="1"/>
          <p:nvPr/>
        </p:nvSpPr>
        <p:spPr>
          <a:xfrm>
            <a:off x="1115616" y="6058272"/>
            <a:ext cx="6666703" cy="584775"/>
          </a:xfrm>
          <a:prstGeom prst="rect">
            <a:avLst/>
          </a:prstGeom>
          <a:noFill/>
        </p:spPr>
        <p:txBody>
          <a:bodyPr wrap="square" rtlCol="0">
            <a:spAutoFit/>
          </a:bodyPr>
          <a:lstStyle/>
          <a:p>
            <a:pPr algn="l"/>
            <a:r>
              <a:rPr lang="en-US" dirty="0"/>
              <a:t>After Viewing source code, we see that a blacklist has been set to exclude </a:t>
            </a:r>
            <a:r>
              <a:rPr lang="en-US" b="1" dirty="0"/>
              <a:t>&amp;&amp; </a:t>
            </a:r>
            <a:r>
              <a:rPr lang="en-US" dirty="0"/>
              <a:t>and</a:t>
            </a:r>
            <a:r>
              <a:rPr lang="en-US" b="1" dirty="0"/>
              <a:t> ;</a:t>
            </a:r>
            <a:r>
              <a:rPr lang="en-US" dirty="0"/>
              <a:t>. As noted above, we used </a:t>
            </a:r>
            <a:r>
              <a:rPr lang="en-US" b="1" dirty="0"/>
              <a:t>|</a:t>
            </a:r>
            <a:r>
              <a:rPr lang="en-US" dirty="0"/>
              <a:t> as a replacement.</a:t>
            </a:r>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9896" y="274638"/>
            <a:ext cx="8136904" cy="922114"/>
          </a:xfrm>
        </p:spPr>
        <p:txBody>
          <a:bodyPr/>
          <a:lstStyle/>
          <a:p>
            <a:r>
              <a:rPr lang="en-IN" u="sng" dirty="0">
                <a:latin typeface="Times New Roman" panose="02020603050405020304" pitchFamily="18" charset="0"/>
                <a:cs typeface="Times New Roman" panose="02020603050405020304" pitchFamily="18" charset="0"/>
              </a:rPr>
              <a:t>Prevention:-</a:t>
            </a:r>
            <a:endParaRPr lang="en-IN" u="sng"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a:xfrm>
            <a:off x="323528" y="1447800"/>
            <a:ext cx="8363272" cy="4861520"/>
          </a:xfrm>
        </p:spPr>
        <p:txBody>
          <a:bodyPr/>
          <a:lstStyle/>
          <a:p>
            <a:r>
              <a:rPr lang="en-US" dirty="0">
                <a:latin typeface="Times New Roman" panose="02020603050405020304" pitchFamily="18" charset="0"/>
                <a:cs typeface="Times New Roman" panose="02020603050405020304" pitchFamily="18" charset="0"/>
              </a:rPr>
              <a:t>Validating against a whitelist of permitted values.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Validating that the input is a number.</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Validating that the input contains only alphanumeric characters, no other syntax or whitespace.</a:t>
            </a: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For more Information:- ‘‘</a:t>
            </a:r>
            <a:r>
              <a:rPr lang="en-US" u="sng" dirty="0">
                <a:latin typeface="Times New Roman" panose="02020603050405020304" pitchFamily="18" charset="0"/>
                <a:cs typeface="Times New Roman" panose="02020603050405020304" pitchFamily="18" charset="0"/>
              </a:rPr>
              <a:t>https://owasp.org/www-community/attacks/</a:t>
            </a:r>
            <a:r>
              <a:rPr lang="en-US" u="sng" dirty="0" err="1">
                <a:latin typeface="Times New Roman" panose="02020603050405020304" pitchFamily="18" charset="0"/>
                <a:cs typeface="Times New Roman" panose="02020603050405020304" pitchFamily="18" charset="0"/>
              </a:rPr>
              <a:t>Command_Injection</a:t>
            </a:r>
            <a:r>
              <a:rPr lang="en-US" u="sng" dirty="0">
                <a:latin typeface="Times New Roman" panose="02020603050405020304" pitchFamily="18" charset="0"/>
                <a:cs typeface="Times New Roman" panose="02020603050405020304" pitchFamily="18" charset="0"/>
              </a:rPr>
              <a:t>#:~:text=Description,.)%20to%20a%20system%20shell</a:t>
            </a:r>
            <a:r>
              <a:rPr lang="en-US"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hlinkClick r:id="rId1"/>
              </a:rPr>
              <a:t>https://owasp.org/www-project-web-security-testing-guide/latest/4-Web_Application_Security_Testing/07-Input_Validation_Testing/12-Testing_for_Command_Injection</a:t>
            </a:r>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4" name="Content Placeholder 3"/>
          <p:cNvSpPr>
            <a:spLocks noGrp="1"/>
          </p:cNvSpPr>
          <p:nvPr>
            <p:ph sz="quarter" idx="2"/>
          </p:nvPr>
        </p:nvSpPr>
        <p:spPr/>
        <p:txBody>
          <a:bodyPr/>
          <a:lstStyle/>
          <a:p>
            <a:endParaRPr lang="en-IN"/>
          </a:p>
        </p:txBody>
      </p:sp>
      <p:pic>
        <p:nvPicPr>
          <p:cNvPr id="4098" name="Picture 2" descr="Andreas Zeller's Old Blog: Summarizing your presentation with ..."/>
          <p:cNvPicPr>
            <a:picLocks noGrp="1" noChangeAspect="1" noChangeArrowheads="1"/>
          </p:cNvPicPr>
          <p:nvPr>
            <p:ph sz="quarter" idx="1"/>
          </p:nvPr>
        </p:nvPicPr>
        <p:blipFill>
          <a:blip r:embed="rId1">
            <a:extLst>
              <a:ext uri="{28A0092B-C50C-407E-A947-70E740481C1C}">
                <a14:useLocalDpi xmlns:a14="http://schemas.microsoft.com/office/drawing/2010/main" val="0"/>
              </a:ext>
            </a:extLst>
          </a:blip>
          <a:srcRect/>
          <a:stretch>
            <a:fillRect/>
          </a:stretch>
        </p:blipFill>
        <p:spPr bwMode="auto">
          <a:xfrm>
            <a:off x="107504" y="274638"/>
            <a:ext cx="9001000" cy="610669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0</TotalTime>
  <Words>2626</Words>
  <Application>WPS Presentation</Application>
  <PresentationFormat>On-screen Show (4:3)</PresentationFormat>
  <Paragraphs>86</Paragraphs>
  <Slides>9</Slides>
  <Notes>3</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9</vt:i4>
      </vt:variant>
    </vt:vector>
  </HeadingPairs>
  <TitlesOfParts>
    <vt:vector size="23" baseType="lpstr">
      <vt:lpstr>Arial</vt:lpstr>
      <vt:lpstr>SimSun</vt:lpstr>
      <vt:lpstr>Wingdings</vt:lpstr>
      <vt:lpstr>Times New Roman</vt:lpstr>
      <vt:lpstr>標楷體</vt:lpstr>
      <vt:lpstr>Perpetua</vt:lpstr>
      <vt:lpstr>Franklin Gothic Book</vt:lpstr>
      <vt:lpstr>Wingdings 2</vt:lpstr>
      <vt:lpstr>PMingLiU</vt:lpstr>
      <vt:lpstr>MingLiU-ExtB</vt:lpstr>
      <vt:lpstr>Wingdings 2</vt:lpstr>
      <vt:lpstr>Microsoft YaHei</vt:lpstr>
      <vt:lpstr>Arial Unicode MS</vt:lpstr>
      <vt:lpstr>Equity</vt:lpstr>
      <vt:lpstr>Command Injection</vt:lpstr>
      <vt:lpstr>Introduction</vt:lpstr>
      <vt:lpstr>Command injection?</vt:lpstr>
      <vt:lpstr>Continue….</vt:lpstr>
      <vt:lpstr>Practical</vt:lpstr>
      <vt:lpstr>Continue….</vt:lpstr>
      <vt:lpstr>Continue….</vt:lpstr>
      <vt:lpstr>Prevention:-</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Nmap Packet Trace and Network Scanning  with Nmap</dc:title>
  <dc:creator>Elight</dc:creator>
  <cp:lastModifiedBy>Elight</cp:lastModifiedBy>
  <cp:revision>57</cp:revision>
  <dcterms:created xsi:type="dcterms:W3CDTF">2004-07-02T10:13:00Z</dcterms:created>
  <dcterms:modified xsi:type="dcterms:W3CDTF">2022-05-10T08:06:41Z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1033-11.2.0.11074</vt:lpwstr>
  </property>
  <property fmtid="{D5CDD505-2E9C-101B-9397-08002B2CF9AE}" pid="3" name="ICV">
    <vt:lpwstr>35B759EB66644A38BBB30016F55A8F92</vt:lpwstr>
  </property>
</Properties>
</file>