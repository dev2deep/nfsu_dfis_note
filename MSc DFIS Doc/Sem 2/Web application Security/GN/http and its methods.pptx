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Lst>
  <p:sldSz cy="6858000" cx="9144000"/>
  <p:notesSz cx="6858000" cy="9144000"/>
  <p:embeddedFontLst>
    <p:embeddedFont>
      <p:font typeface="Libre Franklin"/>
      <p:regular r:id="rId15"/>
      <p:bold r:id="rId16"/>
      <p:italic r:id="rId17"/>
      <p:boldItalic r:id="rId18"/>
    </p:embeddedFont>
    <p:embeddedFont>
      <p:font typeface="Libre Baskerville"/>
      <p:regular r:id="rId19"/>
      <p:bold r:id="rId20"/>
      <p:italic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55">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9F9B325-2A55-4DD6-827B-6A3BCDB30055}">
  <a:tblStyle styleId="{49F9B325-2A55-4DD6-827B-6A3BCDB30055}"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55"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LibreBaskerville-bold.fntdata"/><Relationship Id="rId11" Type="http://schemas.openxmlformats.org/officeDocument/2006/relationships/slide" Target="slides/slide5.xml"/><Relationship Id="rId10" Type="http://schemas.openxmlformats.org/officeDocument/2006/relationships/slide" Target="slides/slide4.xml"/><Relationship Id="rId21" Type="http://schemas.openxmlformats.org/officeDocument/2006/relationships/font" Target="fonts/LibreBaskerville-italic.fntdata"/><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font" Target="fonts/LibreFranklin-regular.fntdata"/><Relationship Id="rId14" Type="http://schemas.openxmlformats.org/officeDocument/2006/relationships/slide" Target="slides/slide8.xml"/><Relationship Id="rId17" Type="http://schemas.openxmlformats.org/officeDocument/2006/relationships/font" Target="fonts/LibreFranklin-italic.fntdata"/><Relationship Id="rId16" Type="http://schemas.openxmlformats.org/officeDocument/2006/relationships/font" Target="fonts/LibreFranklin-bold.fntdata"/><Relationship Id="rId5" Type="http://schemas.openxmlformats.org/officeDocument/2006/relationships/slideMaster" Target="slideMasters/slideMaster1.xml"/><Relationship Id="rId19" Type="http://schemas.openxmlformats.org/officeDocument/2006/relationships/font" Target="fonts/LibreBaskerville-regular.fntdata"/><Relationship Id="rId6" Type="http://schemas.openxmlformats.org/officeDocument/2006/relationships/notesMaster" Target="notesMasters/notesMaster1.xml"/><Relationship Id="rId18" Type="http://schemas.openxmlformats.org/officeDocument/2006/relationships/font" Target="fonts/LibreFranklin-boldItalic.fntdata"/><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chemeClr val="dk1"/>
              </a:buClr>
              <a:buSzPts val="1600"/>
              <a:buFont typeface="Times New Roman"/>
              <a:buNone/>
              <a:defRPr b="0" i="0" sz="1600" u="none" cap="none" strike="noStrike">
                <a:solidFill>
                  <a:schemeClr val="dk1"/>
                </a:solidFill>
                <a:latin typeface="Times New Roman"/>
                <a:ea typeface="Times New Roman"/>
                <a:cs typeface="Times New Roman"/>
                <a:sym typeface="Times New Roman"/>
              </a:defRPr>
            </a:lvl1pPr>
            <a:lvl2pPr lvl="1" marR="0" rtl="0" algn="ctr">
              <a:lnSpc>
                <a:spcPct val="100000"/>
              </a:lnSpc>
              <a:spcBef>
                <a:spcPts val="0"/>
              </a:spcBef>
              <a:spcAft>
                <a:spcPts val="0"/>
              </a:spcAft>
              <a:buClr>
                <a:schemeClr val="dk1"/>
              </a:buClr>
              <a:buSzPts val="1600"/>
              <a:buFont typeface="Times New Roman"/>
              <a:buNone/>
              <a:defRPr b="0" i="0" sz="1600" u="none" cap="none" strike="noStrike">
                <a:solidFill>
                  <a:schemeClr val="dk1"/>
                </a:solidFill>
                <a:latin typeface="Times New Roman"/>
                <a:ea typeface="Times New Roman"/>
                <a:cs typeface="Times New Roman"/>
                <a:sym typeface="Times New Roman"/>
              </a:defRPr>
            </a:lvl2pPr>
            <a:lvl3pPr lvl="2" marR="0" rtl="0" algn="ctr">
              <a:lnSpc>
                <a:spcPct val="100000"/>
              </a:lnSpc>
              <a:spcBef>
                <a:spcPts val="0"/>
              </a:spcBef>
              <a:spcAft>
                <a:spcPts val="0"/>
              </a:spcAft>
              <a:buClr>
                <a:schemeClr val="dk1"/>
              </a:buClr>
              <a:buSzPts val="1600"/>
              <a:buFont typeface="Times New Roman"/>
              <a:buNone/>
              <a:defRPr b="0" i="0" sz="1600" u="none" cap="none" strike="noStrike">
                <a:solidFill>
                  <a:schemeClr val="dk1"/>
                </a:solidFill>
                <a:latin typeface="Times New Roman"/>
                <a:ea typeface="Times New Roman"/>
                <a:cs typeface="Times New Roman"/>
                <a:sym typeface="Times New Roman"/>
              </a:defRPr>
            </a:lvl3pPr>
            <a:lvl4pPr lvl="3" marR="0" rtl="0" algn="ctr">
              <a:lnSpc>
                <a:spcPct val="100000"/>
              </a:lnSpc>
              <a:spcBef>
                <a:spcPts val="0"/>
              </a:spcBef>
              <a:spcAft>
                <a:spcPts val="0"/>
              </a:spcAft>
              <a:buClr>
                <a:schemeClr val="dk1"/>
              </a:buClr>
              <a:buSzPts val="1600"/>
              <a:buFont typeface="Times New Roman"/>
              <a:buNone/>
              <a:defRPr b="0" i="0" sz="1600" u="none" cap="none" strike="noStrike">
                <a:solidFill>
                  <a:schemeClr val="dk1"/>
                </a:solidFill>
                <a:latin typeface="Times New Roman"/>
                <a:ea typeface="Times New Roman"/>
                <a:cs typeface="Times New Roman"/>
                <a:sym typeface="Times New Roman"/>
              </a:defRPr>
            </a:lvl4pPr>
            <a:lvl5pPr lvl="4" marR="0" rtl="0" algn="ctr">
              <a:lnSpc>
                <a:spcPct val="100000"/>
              </a:lnSpc>
              <a:spcBef>
                <a:spcPts val="0"/>
              </a:spcBef>
              <a:spcAft>
                <a:spcPts val="0"/>
              </a:spcAft>
              <a:buClr>
                <a:schemeClr val="dk1"/>
              </a:buClr>
              <a:buSzPts val="1600"/>
              <a:buFont typeface="Times New Roman"/>
              <a:buNone/>
              <a:defRPr b="0" i="0" sz="1600" u="none" cap="none" strike="noStrike">
                <a:solidFill>
                  <a:schemeClr val="dk1"/>
                </a:solidFill>
                <a:latin typeface="Times New Roman"/>
                <a:ea typeface="Times New Roman"/>
                <a:cs typeface="Times New Roman"/>
                <a:sym typeface="Times New Roman"/>
              </a:defRPr>
            </a:lvl5pPr>
            <a:lvl6pPr lvl="5" marR="0" rtl="0" algn="ctr">
              <a:lnSpc>
                <a:spcPct val="100000"/>
              </a:lnSpc>
              <a:spcBef>
                <a:spcPts val="0"/>
              </a:spcBef>
              <a:spcAft>
                <a:spcPts val="0"/>
              </a:spcAft>
              <a:buClr>
                <a:schemeClr val="dk1"/>
              </a:buClr>
              <a:buSzPts val="1600"/>
              <a:buFont typeface="Times New Roman"/>
              <a:buNone/>
              <a:defRPr b="0" i="0" sz="1600" u="none" cap="none" strike="noStrike">
                <a:solidFill>
                  <a:schemeClr val="dk1"/>
                </a:solidFill>
                <a:latin typeface="Times New Roman"/>
                <a:ea typeface="Times New Roman"/>
                <a:cs typeface="Times New Roman"/>
                <a:sym typeface="Times New Roman"/>
              </a:defRPr>
            </a:lvl6pPr>
            <a:lvl7pPr lvl="6" marR="0" rtl="0" algn="ctr">
              <a:lnSpc>
                <a:spcPct val="100000"/>
              </a:lnSpc>
              <a:spcBef>
                <a:spcPts val="0"/>
              </a:spcBef>
              <a:spcAft>
                <a:spcPts val="0"/>
              </a:spcAft>
              <a:buClr>
                <a:schemeClr val="dk1"/>
              </a:buClr>
              <a:buSzPts val="1600"/>
              <a:buFont typeface="Times New Roman"/>
              <a:buNone/>
              <a:defRPr b="0" i="0" sz="1600" u="none" cap="none" strike="noStrike">
                <a:solidFill>
                  <a:schemeClr val="dk1"/>
                </a:solidFill>
                <a:latin typeface="Times New Roman"/>
                <a:ea typeface="Times New Roman"/>
                <a:cs typeface="Times New Roman"/>
                <a:sym typeface="Times New Roman"/>
              </a:defRPr>
            </a:lvl7pPr>
            <a:lvl8pPr lvl="7" marR="0" rtl="0" algn="ctr">
              <a:lnSpc>
                <a:spcPct val="100000"/>
              </a:lnSpc>
              <a:spcBef>
                <a:spcPts val="0"/>
              </a:spcBef>
              <a:spcAft>
                <a:spcPts val="0"/>
              </a:spcAft>
              <a:buClr>
                <a:schemeClr val="dk1"/>
              </a:buClr>
              <a:buSzPts val="1600"/>
              <a:buFont typeface="Times New Roman"/>
              <a:buNone/>
              <a:defRPr b="0" i="0" sz="1600" u="none" cap="none" strike="noStrike">
                <a:solidFill>
                  <a:schemeClr val="dk1"/>
                </a:solidFill>
                <a:latin typeface="Times New Roman"/>
                <a:ea typeface="Times New Roman"/>
                <a:cs typeface="Times New Roman"/>
                <a:sym typeface="Times New Roman"/>
              </a:defRPr>
            </a:lvl8pPr>
            <a:lvl9pPr lvl="8" marR="0" rtl="0" algn="ctr">
              <a:lnSpc>
                <a:spcPct val="100000"/>
              </a:lnSpc>
              <a:spcBef>
                <a:spcPts val="0"/>
              </a:spcBef>
              <a:spcAft>
                <a:spcPts val="0"/>
              </a:spcAft>
              <a:buClr>
                <a:schemeClr val="dk1"/>
              </a:buClr>
              <a:buSzPts val="1600"/>
              <a:buFont typeface="Times New Roman"/>
              <a:buNone/>
              <a:defRPr b="0" i="0" sz="1600" u="none" cap="none" strike="noStrike">
                <a:solidFill>
                  <a:schemeClr val="dk1"/>
                </a:solidFill>
                <a:latin typeface="Times New Roman"/>
                <a:ea typeface="Times New Roman"/>
                <a:cs typeface="Times New Roman"/>
                <a:sym typeface="Times New Roman"/>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chemeClr val="dk1"/>
              </a:buClr>
              <a:buSzPts val="1600"/>
              <a:buFont typeface="Times New Roman"/>
              <a:buNone/>
              <a:defRPr b="0" i="0" sz="1600" u="none" cap="none" strike="noStrike">
                <a:solidFill>
                  <a:schemeClr val="dk1"/>
                </a:solidFill>
                <a:latin typeface="Times New Roman"/>
                <a:ea typeface="Times New Roman"/>
                <a:cs typeface="Times New Roman"/>
                <a:sym typeface="Times New Roman"/>
              </a:defRPr>
            </a:lvl1pPr>
            <a:lvl2pPr lvl="1" marR="0" rtl="0" algn="ctr">
              <a:lnSpc>
                <a:spcPct val="100000"/>
              </a:lnSpc>
              <a:spcBef>
                <a:spcPts val="0"/>
              </a:spcBef>
              <a:spcAft>
                <a:spcPts val="0"/>
              </a:spcAft>
              <a:buClr>
                <a:schemeClr val="dk1"/>
              </a:buClr>
              <a:buSzPts val="1600"/>
              <a:buFont typeface="Times New Roman"/>
              <a:buNone/>
              <a:defRPr b="0" i="0" sz="1600" u="none" cap="none" strike="noStrike">
                <a:solidFill>
                  <a:schemeClr val="dk1"/>
                </a:solidFill>
                <a:latin typeface="Times New Roman"/>
                <a:ea typeface="Times New Roman"/>
                <a:cs typeface="Times New Roman"/>
                <a:sym typeface="Times New Roman"/>
              </a:defRPr>
            </a:lvl2pPr>
            <a:lvl3pPr lvl="2" marR="0" rtl="0" algn="ctr">
              <a:lnSpc>
                <a:spcPct val="100000"/>
              </a:lnSpc>
              <a:spcBef>
                <a:spcPts val="0"/>
              </a:spcBef>
              <a:spcAft>
                <a:spcPts val="0"/>
              </a:spcAft>
              <a:buClr>
                <a:schemeClr val="dk1"/>
              </a:buClr>
              <a:buSzPts val="1600"/>
              <a:buFont typeface="Times New Roman"/>
              <a:buNone/>
              <a:defRPr b="0" i="0" sz="1600" u="none" cap="none" strike="noStrike">
                <a:solidFill>
                  <a:schemeClr val="dk1"/>
                </a:solidFill>
                <a:latin typeface="Times New Roman"/>
                <a:ea typeface="Times New Roman"/>
                <a:cs typeface="Times New Roman"/>
                <a:sym typeface="Times New Roman"/>
              </a:defRPr>
            </a:lvl3pPr>
            <a:lvl4pPr lvl="3" marR="0" rtl="0" algn="ctr">
              <a:lnSpc>
                <a:spcPct val="100000"/>
              </a:lnSpc>
              <a:spcBef>
                <a:spcPts val="0"/>
              </a:spcBef>
              <a:spcAft>
                <a:spcPts val="0"/>
              </a:spcAft>
              <a:buClr>
                <a:schemeClr val="dk1"/>
              </a:buClr>
              <a:buSzPts val="1600"/>
              <a:buFont typeface="Times New Roman"/>
              <a:buNone/>
              <a:defRPr b="0" i="0" sz="1600" u="none" cap="none" strike="noStrike">
                <a:solidFill>
                  <a:schemeClr val="dk1"/>
                </a:solidFill>
                <a:latin typeface="Times New Roman"/>
                <a:ea typeface="Times New Roman"/>
                <a:cs typeface="Times New Roman"/>
                <a:sym typeface="Times New Roman"/>
              </a:defRPr>
            </a:lvl4pPr>
            <a:lvl5pPr lvl="4" marR="0" rtl="0" algn="ctr">
              <a:lnSpc>
                <a:spcPct val="100000"/>
              </a:lnSpc>
              <a:spcBef>
                <a:spcPts val="0"/>
              </a:spcBef>
              <a:spcAft>
                <a:spcPts val="0"/>
              </a:spcAft>
              <a:buClr>
                <a:schemeClr val="dk1"/>
              </a:buClr>
              <a:buSzPts val="1600"/>
              <a:buFont typeface="Times New Roman"/>
              <a:buNone/>
              <a:defRPr b="0" i="0" sz="1600" u="none" cap="none" strike="noStrike">
                <a:solidFill>
                  <a:schemeClr val="dk1"/>
                </a:solidFill>
                <a:latin typeface="Times New Roman"/>
                <a:ea typeface="Times New Roman"/>
                <a:cs typeface="Times New Roman"/>
                <a:sym typeface="Times New Roman"/>
              </a:defRPr>
            </a:lvl5pPr>
            <a:lvl6pPr lvl="5" marR="0" rtl="0" algn="ctr">
              <a:lnSpc>
                <a:spcPct val="100000"/>
              </a:lnSpc>
              <a:spcBef>
                <a:spcPts val="0"/>
              </a:spcBef>
              <a:spcAft>
                <a:spcPts val="0"/>
              </a:spcAft>
              <a:buClr>
                <a:schemeClr val="dk1"/>
              </a:buClr>
              <a:buSzPts val="1600"/>
              <a:buFont typeface="Times New Roman"/>
              <a:buNone/>
              <a:defRPr b="0" i="0" sz="1600" u="none" cap="none" strike="noStrike">
                <a:solidFill>
                  <a:schemeClr val="dk1"/>
                </a:solidFill>
                <a:latin typeface="Times New Roman"/>
                <a:ea typeface="Times New Roman"/>
                <a:cs typeface="Times New Roman"/>
                <a:sym typeface="Times New Roman"/>
              </a:defRPr>
            </a:lvl6pPr>
            <a:lvl7pPr lvl="6" marR="0" rtl="0" algn="ctr">
              <a:lnSpc>
                <a:spcPct val="100000"/>
              </a:lnSpc>
              <a:spcBef>
                <a:spcPts val="0"/>
              </a:spcBef>
              <a:spcAft>
                <a:spcPts val="0"/>
              </a:spcAft>
              <a:buClr>
                <a:schemeClr val="dk1"/>
              </a:buClr>
              <a:buSzPts val="1600"/>
              <a:buFont typeface="Times New Roman"/>
              <a:buNone/>
              <a:defRPr b="0" i="0" sz="1600" u="none" cap="none" strike="noStrike">
                <a:solidFill>
                  <a:schemeClr val="dk1"/>
                </a:solidFill>
                <a:latin typeface="Times New Roman"/>
                <a:ea typeface="Times New Roman"/>
                <a:cs typeface="Times New Roman"/>
                <a:sym typeface="Times New Roman"/>
              </a:defRPr>
            </a:lvl7pPr>
            <a:lvl8pPr lvl="7" marR="0" rtl="0" algn="ctr">
              <a:lnSpc>
                <a:spcPct val="100000"/>
              </a:lnSpc>
              <a:spcBef>
                <a:spcPts val="0"/>
              </a:spcBef>
              <a:spcAft>
                <a:spcPts val="0"/>
              </a:spcAft>
              <a:buClr>
                <a:schemeClr val="dk1"/>
              </a:buClr>
              <a:buSzPts val="1600"/>
              <a:buFont typeface="Times New Roman"/>
              <a:buNone/>
              <a:defRPr b="0" i="0" sz="1600" u="none" cap="none" strike="noStrike">
                <a:solidFill>
                  <a:schemeClr val="dk1"/>
                </a:solidFill>
                <a:latin typeface="Times New Roman"/>
                <a:ea typeface="Times New Roman"/>
                <a:cs typeface="Times New Roman"/>
                <a:sym typeface="Times New Roman"/>
              </a:defRPr>
            </a:lvl8pPr>
            <a:lvl9pPr lvl="8" marR="0" rtl="0" algn="ctr">
              <a:lnSpc>
                <a:spcPct val="100000"/>
              </a:lnSpc>
              <a:spcBef>
                <a:spcPts val="0"/>
              </a:spcBef>
              <a:spcAft>
                <a:spcPts val="0"/>
              </a:spcAft>
              <a:buClr>
                <a:schemeClr val="dk1"/>
              </a:buClr>
              <a:buSzPts val="1600"/>
              <a:buFont typeface="Times New Roman"/>
              <a:buNone/>
              <a:defRPr b="0" i="0" sz="1600" u="none" cap="none" strike="noStrike">
                <a:solidFill>
                  <a:schemeClr val="dk1"/>
                </a:solidFill>
                <a:latin typeface="Times New Roman"/>
                <a:ea typeface="Times New Roman"/>
                <a:cs typeface="Times New Roman"/>
                <a:sym typeface="Times New Roman"/>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ctr">
              <a:lnSpc>
                <a:spcPct val="100000"/>
              </a:lnSpc>
              <a:spcBef>
                <a:spcPts val="0"/>
              </a:spcBef>
              <a:spcAft>
                <a:spcPts val="0"/>
              </a:spcAft>
              <a:buClr>
                <a:schemeClr val="dk1"/>
              </a:buClr>
              <a:buSzPts val="1600"/>
              <a:buFont typeface="Times New Roman"/>
              <a:buNone/>
              <a:defRPr b="0" i="0" sz="1600" u="none" cap="none" strike="noStrike">
                <a:solidFill>
                  <a:schemeClr val="dk1"/>
                </a:solidFill>
                <a:latin typeface="Times New Roman"/>
                <a:ea typeface="Times New Roman"/>
                <a:cs typeface="Times New Roman"/>
                <a:sym typeface="Times New Roman"/>
              </a:defRPr>
            </a:lvl1pPr>
            <a:lvl2pPr lvl="1" marR="0" rtl="0" algn="ctr">
              <a:lnSpc>
                <a:spcPct val="100000"/>
              </a:lnSpc>
              <a:spcBef>
                <a:spcPts val="0"/>
              </a:spcBef>
              <a:spcAft>
                <a:spcPts val="0"/>
              </a:spcAft>
              <a:buClr>
                <a:schemeClr val="dk1"/>
              </a:buClr>
              <a:buSzPts val="1600"/>
              <a:buFont typeface="Times New Roman"/>
              <a:buNone/>
              <a:defRPr b="0" i="0" sz="1600" u="none" cap="none" strike="noStrike">
                <a:solidFill>
                  <a:schemeClr val="dk1"/>
                </a:solidFill>
                <a:latin typeface="Times New Roman"/>
                <a:ea typeface="Times New Roman"/>
                <a:cs typeface="Times New Roman"/>
                <a:sym typeface="Times New Roman"/>
              </a:defRPr>
            </a:lvl2pPr>
            <a:lvl3pPr lvl="2" marR="0" rtl="0" algn="ctr">
              <a:lnSpc>
                <a:spcPct val="100000"/>
              </a:lnSpc>
              <a:spcBef>
                <a:spcPts val="0"/>
              </a:spcBef>
              <a:spcAft>
                <a:spcPts val="0"/>
              </a:spcAft>
              <a:buClr>
                <a:schemeClr val="dk1"/>
              </a:buClr>
              <a:buSzPts val="1600"/>
              <a:buFont typeface="Times New Roman"/>
              <a:buNone/>
              <a:defRPr b="0" i="0" sz="1600" u="none" cap="none" strike="noStrike">
                <a:solidFill>
                  <a:schemeClr val="dk1"/>
                </a:solidFill>
                <a:latin typeface="Times New Roman"/>
                <a:ea typeface="Times New Roman"/>
                <a:cs typeface="Times New Roman"/>
                <a:sym typeface="Times New Roman"/>
              </a:defRPr>
            </a:lvl3pPr>
            <a:lvl4pPr lvl="3" marR="0" rtl="0" algn="ctr">
              <a:lnSpc>
                <a:spcPct val="100000"/>
              </a:lnSpc>
              <a:spcBef>
                <a:spcPts val="0"/>
              </a:spcBef>
              <a:spcAft>
                <a:spcPts val="0"/>
              </a:spcAft>
              <a:buClr>
                <a:schemeClr val="dk1"/>
              </a:buClr>
              <a:buSzPts val="1600"/>
              <a:buFont typeface="Times New Roman"/>
              <a:buNone/>
              <a:defRPr b="0" i="0" sz="1600" u="none" cap="none" strike="noStrike">
                <a:solidFill>
                  <a:schemeClr val="dk1"/>
                </a:solidFill>
                <a:latin typeface="Times New Roman"/>
                <a:ea typeface="Times New Roman"/>
                <a:cs typeface="Times New Roman"/>
                <a:sym typeface="Times New Roman"/>
              </a:defRPr>
            </a:lvl4pPr>
            <a:lvl5pPr lvl="4" marR="0" rtl="0" algn="ctr">
              <a:lnSpc>
                <a:spcPct val="100000"/>
              </a:lnSpc>
              <a:spcBef>
                <a:spcPts val="0"/>
              </a:spcBef>
              <a:spcAft>
                <a:spcPts val="0"/>
              </a:spcAft>
              <a:buClr>
                <a:schemeClr val="dk1"/>
              </a:buClr>
              <a:buSzPts val="1600"/>
              <a:buFont typeface="Times New Roman"/>
              <a:buNone/>
              <a:defRPr b="0" i="0" sz="1600" u="none" cap="none" strike="noStrike">
                <a:solidFill>
                  <a:schemeClr val="dk1"/>
                </a:solidFill>
                <a:latin typeface="Times New Roman"/>
                <a:ea typeface="Times New Roman"/>
                <a:cs typeface="Times New Roman"/>
                <a:sym typeface="Times New Roman"/>
              </a:defRPr>
            </a:lvl5pPr>
            <a:lvl6pPr lvl="5" marR="0" rtl="0" algn="ctr">
              <a:lnSpc>
                <a:spcPct val="100000"/>
              </a:lnSpc>
              <a:spcBef>
                <a:spcPts val="0"/>
              </a:spcBef>
              <a:spcAft>
                <a:spcPts val="0"/>
              </a:spcAft>
              <a:buClr>
                <a:schemeClr val="dk1"/>
              </a:buClr>
              <a:buSzPts val="1600"/>
              <a:buFont typeface="Times New Roman"/>
              <a:buNone/>
              <a:defRPr b="0" i="0" sz="1600" u="none" cap="none" strike="noStrike">
                <a:solidFill>
                  <a:schemeClr val="dk1"/>
                </a:solidFill>
                <a:latin typeface="Times New Roman"/>
                <a:ea typeface="Times New Roman"/>
                <a:cs typeface="Times New Roman"/>
                <a:sym typeface="Times New Roman"/>
              </a:defRPr>
            </a:lvl6pPr>
            <a:lvl7pPr lvl="6" marR="0" rtl="0" algn="ctr">
              <a:lnSpc>
                <a:spcPct val="100000"/>
              </a:lnSpc>
              <a:spcBef>
                <a:spcPts val="0"/>
              </a:spcBef>
              <a:spcAft>
                <a:spcPts val="0"/>
              </a:spcAft>
              <a:buClr>
                <a:schemeClr val="dk1"/>
              </a:buClr>
              <a:buSzPts val="1600"/>
              <a:buFont typeface="Times New Roman"/>
              <a:buNone/>
              <a:defRPr b="0" i="0" sz="1600" u="none" cap="none" strike="noStrike">
                <a:solidFill>
                  <a:schemeClr val="dk1"/>
                </a:solidFill>
                <a:latin typeface="Times New Roman"/>
                <a:ea typeface="Times New Roman"/>
                <a:cs typeface="Times New Roman"/>
                <a:sym typeface="Times New Roman"/>
              </a:defRPr>
            </a:lvl7pPr>
            <a:lvl8pPr lvl="7" marR="0" rtl="0" algn="ctr">
              <a:lnSpc>
                <a:spcPct val="100000"/>
              </a:lnSpc>
              <a:spcBef>
                <a:spcPts val="0"/>
              </a:spcBef>
              <a:spcAft>
                <a:spcPts val="0"/>
              </a:spcAft>
              <a:buClr>
                <a:schemeClr val="dk1"/>
              </a:buClr>
              <a:buSzPts val="1600"/>
              <a:buFont typeface="Times New Roman"/>
              <a:buNone/>
              <a:defRPr b="0" i="0" sz="1600" u="none" cap="none" strike="noStrike">
                <a:solidFill>
                  <a:schemeClr val="dk1"/>
                </a:solidFill>
                <a:latin typeface="Times New Roman"/>
                <a:ea typeface="Times New Roman"/>
                <a:cs typeface="Times New Roman"/>
                <a:sym typeface="Times New Roman"/>
              </a:defRPr>
            </a:lvl8pPr>
            <a:lvl9pPr lvl="8" marR="0" rtl="0" algn="ctr">
              <a:lnSpc>
                <a:spcPct val="100000"/>
              </a:lnSpc>
              <a:spcBef>
                <a:spcPts val="0"/>
              </a:spcBef>
              <a:spcAft>
                <a:spcPts val="0"/>
              </a:spcAft>
              <a:buClr>
                <a:schemeClr val="dk1"/>
              </a:buClr>
              <a:buSzPts val="1600"/>
              <a:buFont typeface="Times New Roman"/>
              <a:buNone/>
              <a:defRPr b="0" i="0" sz="1600" u="none" cap="none" strike="noStrike">
                <a:solidFill>
                  <a:schemeClr val="dk1"/>
                </a:solidFill>
                <a:latin typeface="Times New Roman"/>
                <a:ea typeface="Times New Roman"/>
                <a:cs typeface="Times New Roman"/>
                <a:sym typeface="Times New Roman"/>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i="0" lang="en-IN"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Arial"/>
              <a:buNone/>
            </a:pPr>
            <a:fld id="{00000000-1234-1234-1234-123412341234}" type="slidenum">
              <a:rPr lang="en-IN" sz="1200">
                <a:latin typeface="Arial"/>
                <a:ea typeface="Arial"/>
                <a:cs typeface="Arial"/>
                <a:sym typeface="Arial"/>
              </a:rPr>
              <a:t>‹#›</a:t>
            </a:fld>
            <a:endParaRPr sz="1200">
              <a:latin typeface="Arial"/>
              <a:ea typeface="Arial"/>
              <a:cs typeface="Arial"/>
              <a:sym typeface="Arial"/>
            </a:endParaRPr>
          </a:p>
        </p:txBody>
      </p:sp>
      <p:sp>
        <p:nvSpPr>
          <p:cNvPr id="103" name="Google Shape;103;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4" name="Google Shape;104;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Arial"/>
              <a:buNone/>
            </a:pPr>
            <a:fld id="{00000000-1234-1234-1234-123412341234}" type="slidenum">
              <a:rPr lang="en-IN" sz="1200">
                <a:latin typeface="Arial"/>
                <a:ea typeface="Arial"/>
                <a:cs typeface="Arial"/>
                <a:sym typeface="Arial"/>
              </a:rPr>
              <a:t>‹#›</a:t>
            </a:fld>
            <a:endParaRPr sz="1200">
              <a:latin typeface="Arial"/>
              <a:ea typeface="Arial"/>
              <a:cs typeface="Arial"/>
              <a:sym typeface="Arial"/>
            </a:endParaRPr>
          </a:p>
        </p:txBody>
      </p:sp>
      <p:sp>
        <p:nvSpPr>
          <p:cNvPr id="110" name="Google Shape;110;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1" name="Google Shape;111;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Arial"/>
              <a:buNone/>
            </a:pPr>
            <a:fld id="{00000000-1234-1234-1234-123412341234}" type="slidenum">
              <a:rPr lang="en-IN" sz="1200">
                <a:latin typeface="Arial"/>
                <a:ea typeface="Arial"/>
                <a:cs typeface="Arial"/>
                <a:sym typeface="Arial"/>
              </a:rPr>
              <a:t>‹#›</a:t>
            </a:fld>
            <a:endParaRPr sz="1200">
              <a:latin typeface="Arial"/>
              <a:ea typeface="Arial"/>
              <a:cs typeface="Arial"/>
              <a:sym typeface="Arial"/>
            </a:endParaRPr>
          </a:p>
        </p:txBody>
      </p:sp>
      <p:sp>
        <p:nvSpPr>
          <p:cNvPr id="117" name="Google Shape;117;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8" name="Google Shape;118;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24" name="Google Shape;124;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30" name="Google Shape;130;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36" name="Google Shape;136;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42" name="Google Shape;142;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49" name="Google Shape;149;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bg>
      <p:bgPr>
        <a:blipFill rotWithShape="1">
          <a:blip r:embed="rId2">
            <a:alphaModFix/>
          </a:blip>
          <a:tile algn="tl" flip="none" tx="0" sx="55000" ty="0" sy="55000"/>
        </a:blipFill>
      </p:bgPr>
    </p:bg>
    <p:spTree>
      <p:nvGrpSpPr>
        <p:cNvPr id="17" name="Shape 17"/>
        <p:cNvGrpSpPr/>
        <p:nvPr/>
      </p:nvGrpSpPr>
      <p:grpSpPr>
        <a:xfrm>
          <a:off x="0" y="0"/>
          <a:ext cx="0" cy="0"/>
          <a:chOff x="0" y="0"/>
          <a:chExt cx="0" cy="0"/>
        </a:xfrm>
      </p:grpSpPr>
      <p:sp>
        <p:nvSpPr>
          <p:cNvPr id="18" name="Google Shape;18;p2"/>
          <p:cNvSpPr/>
          <p:nvPr/>
        </p:nvSpPr>
        <p:spPr>
          <a:xfrm>
            <a:off x="0" y="0"/>
            <a:ext cx="9144000"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imes New Roman"/>
              <a:buNone/>
            </a:pPr>
            <a:r>
              <a:t/>
            </a:r>
            <a:endParaRPr b="0" i="0" sz="1600" u="none" cap="none" strike="noStrike">
              <a:solidFill>
                <a:srgbClr val="FFFFFF"/>
              </a:solidFill>
              <a:latin typeface="Libre Baskerville"/>
              <a:ea typeface="Libre Baskerville"/>
              <a:cs typeface="Libre Baskerville"/>
              <a:sym typeface="Libre Baskerville"/>
            </a:endParaRPr>
          </a:p>
        </p:txBody>
      </p:sp>
      <p:sp>
        <p:nvSpPr>
          <p:cNvPr id="19" name="Google Shape;19;p2"/>
          <p:cNvSpPr/>
          <p:nvPr/>
        </p:nvSpPr>
        <p:spPr>
          <a:xfrm>
            <a:off x="65088" y="69850"/>
            <a:ext cx="9013825" cy="6691313"/>
          </a:xfrm>
          <a:prstGeom prst="roundRect">
            <a:avLst>
              <a:gd fmla="val 4929" name="adj"/>
            </a:avLst>
          </a:prstGeom>
          <a:blipFill rotWithShape="1">
            <a:blip r:embed="rId2">
              <a:alphaModFix/>
            </a:blip>
            <a:tile algn="tl" flip="none" tx="0" sx="55000" ty="0" sy="55000"/>
          </a:blipFill>
          <a:ln cap="sq"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imes New Roman"/>
              <a:buNone/>
            </a:pPr>
            <a:r>
              <a:t/>
            </a:r>
            <a:endParaRPr b="0" i="0" sz="1600" u="none" cap="none" strike="noStrike">
              <a:solidFill>
                <a:srgbClr val="FFFFFF"/>
              </a:solidFill>
              <a:latin typeface="Libre Baskerville"/>
              <a:ea typeface="Libre Baskerville"/>
              <a:cs typeface="Libre Baskerville"/>
              <a:sym typeface="Libre Baskerville"/>
            </a:endParaRPr>
          </a:p>
        </p:txBody>
      </p:sp>
      <p:sp>
        <p:nvSpPr>
          <p:cNvPr id="20" name="Google Shape;20;p2"/>
          <p:cNvSpPr/>
          <p:nvPr/>
        </p:nvSpPr>
        <p:spPr>
          <a:xfrm>
            <a:off x="63500" y="1449388"/>
            <a:ext cx="9020175" cy="152717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imes New Roman"/>
              <a:buNone/>
            </a:pPr>
            <a:r>
              <a:t/>
            </a:r>
            <a:endParaRPr b="0" i="0" sz="1600" u="none" cap="none" strike="noStrike">
              <a:solidFill>
                <a:srgbClr val="FFFFFF"/>
              </a:solidFill>
              <a:latin typeface="Libre Baskerville"/>
              <a:ea typeface="Libre Baskerville"/>
              <a:cs typeface="Libre Baskerville"/>
              <a:sym typeface="Libre Baskerville"/>
            </a:endParaRPr>
          </a:p>
        </p:txBody>
      </p:sp>
      <p:sp>
        <p:nvSpPr>
          <p:cNvPr id="21" name="Google Shape;21;p2"/>
          <p:cNvSpPr/>
          <p:nvPr/>
        </p:nvSpPr>
        <p:spPr>
          <a:xfrm>
            <a:off x="63500" y="1397000"/>
            <a:ext cx="9020175" cy="120650"/>
          </a:xfrm>
          <a:prstGeom prst="rect">
            <a:avLst/>
          </a:prstGeom>
          <a:solidFill>
            <a:srgbClr val="E6AFA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imes New Roman"/>
              <a:buNone/>
            </a:pPr>
            <a:r>
              <a:t/>
            </a:r>
            <a:endParaRPr b="0" i="0" sz="1600" u="none" cap="none" strike="noStrike">
              <a:solidFill>
                <a:srgbClr val="FFFFFF"/>
              </a:solidFill>
              <a:latin typeface="Libre Baskerville"/>
              <a:ea typeface="Libre Baskerville"/>
              <a:cs typeface="Libre Baskerville"/>
              <a:sym typeface="Libre Baskerville"/>
            </a:endParaRPr>
          </a:p>
        </p:txBody>
      </p:sp>
      <p:sp>
        <p:nvSpPr>
          <p:cNvPr id="22" name="Google Shape;22;p2"/>
          <p:cNvSpPr/>
          <p:nvPr/>
        </p:nvSpPr>
        <p:spPr>
          <a:xfrm>
            <a:off x="63500" y="2976563"/>
            <a:ext cx="9020175" cy="111125"/>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imes New Roman"/>
              <a:buNone/>
            </a:pPr>
            <a:r>
              <a:t/>
            </a:r>
            <a:endParaRPr b="0" i="0" sz="1600" u="none" cap="none" strike="noStrike">
              <a:solidFill>
                <a:srgbClr val="FFFFFF"/>
              </a:solidFill>
              <a:latin typeface="Libre Baskerville"/>
              <a:ea typeface="Libre Baskerville"/>
              <a:cs typeface="Libre Baskerville"/>
              <a:sym typeface="Libre Baskerville"/>
            </a:endParaRPr>
          </a:p>
        </p:txBody>
      </p:sp>
      <p:sp>
        <p:nvSpPr>
          <p:cNvPr id="23" name="Google Shape;23;p2"/>
          <p:cNvSpPr txBox="1"/>
          <p:nvPr>
            <p:ph idx="1" type="subTitle"/>
          </p:nvPr>
        </p:nvSpPr>
        <p:spPr>
          <a:xfrm>
            <a:off x="1295400" y="3200400"/>
            <a:ext cx="6400800" cy="1600200"/>
          </a:xfrm>
          <a:prstGeom prst="rect">
            <a:avLst/>
          </a:prstGeom>
          <a:noFill/>
          <a:ln>
            <a:noFill/>
          </a:ln>
        </p:spPr>
        <p:txBody>
          <a:bodyPr anchorCtr="0" anchor="t" bIns="45700" lIns="91425" spcFirstLastPara="1" rIns="91425" wrap="square" tIns="45700">
            <a:noAutofit/>
          </a:bodyPr>
          <a:lstStyle>
            <a:lvl1pPr lvl="0" algn="ctr">
              <a:spcBef>
                <a:spcPts val="580"/>
              </a:spcBef>
              <a:spcAft>
                <a:spcPts val="0"/>
              </a:spcAft>
              <a:buSzPts val="2210"/>
              <a:buNone/>
              <a:defRPr sz="2600">
                <a:solidFill>
                  <a:schemeClr val="dk2"/>
                </a:solidFill>
              </a:defRPr>
            </a:lvl1pPr>
            <a:lvl2pPr lvl="1" algn="ctr">
              <a:spcBef>
                <a:spcPts val="370"/>
              </a:spcBef>
              <a:spcAft>
                <a:spcPts val="0"/>
              </a:spcAft>
              <a:buSzPts val="1530"/>
              <a:buNone/>
              <a:defRPr/>
            </a:lvl2pPr>
            <a:lvl3pPr lvl="2" algn="ctr">
              <a:spcBef>
                <a:spcPts val="370"/>
              </a:spcBef>
              <a:spcAft>
                <a:spcPts val="0"/>
              </a:spcAft>
              <a:buSzPts val="1530"/>
              <a:buNone/>
              <a:defRPr/>
            </a:lvl3pPr>
            <a:lvl4pPr lvl="3" algn="ctr">
              <a:spcBef>
                <a:spcPts val="370"/>
              </a:spcBef>
              <a:spcAft>
                <a:spcPts val="0"/>
              </a:spcAft>
              <a:buSzPts val="1440"/>
              <a:buNone/>
              <a:defRPr/>
            </a:lvl4pPr>
            <a:lvl5pPr lvl="4" algn="ctr">
              <a:spcBef>
                <a:spcPts val="370"/>
              </a:spcBef>
              <a:spcAft>
                <a:spcPts val="0"/>
              </a:spcAft>
              <a:buSzPts val="1800"/>
              <a:buNone/>
              <a:defRPr/>
            </a:lvl5pPr>
            <a:lvl6pPr lvl="5" algn="ctr">
              <a:spcBef>
                <a:spcPts val="370"/>
              </a:spcBef>
              <a:spcAft>
                <a:spcPts val="0"/>
              </a:spcAft>
              <a:buSzPts val="1800"/>
              <a:buNone/>
              <a:defRPr/>
            </a:lvl6pPr>
            <a:lvl7pPr lvl="6" algn="ctr">
              <a:spcBef>
                <a:spcPts val="370"/>
              </a:spcBef>
              <a:spcAft>
                <a:spcPts val="0"/>
              </a:spcAft>
              <a:buSzPts val="1800"/>
              <a:buNone/>
              <a:defRPr/>
            </a:lvl7pPr>
            <a:lvl8pPr lvl="7" algn="ctr">
              <a:spcBef>
                <a:spcPts val="370"/>
              </a:spcBef>
              <a:spcAft>
                <a:spcPts val="0"/>
              </a:spcAft>
              <a:buSzPts val="1800"/>
              <a:buNone/>
              <a:defRPr/>
            </a:lvl8pPr>
            <a:lvl9pPr lvl="8" algn="ctr">
              <a:spcBef>
                <a:spcPts val="370"/>
              </a:spcBef>
              <a:spcAft>
                <a:spcPts val="0"/>
              </a:spcAft>
              <a:buSzPts val="1800"/>
              <a:buNone/>
              <a:defRPr/>
            </a:lvl9pPr>
          </a:lstStyle>
          <a:p/>
        </p:txBody>
      </p:sp>
      <p:sp>
        <p:nvSpPr>
          <p:cNvPr id="24" name="Google Shape;24;p2"/>
          <p:cNvSpPr txBox="1"/>
          <p:nvPr>
            <p:ph type="ctrTitle"/>
          </p:nvPr>
        </p:nvSpPr>
        <p:spPr>
          <a:xfrm>
            <a:off x="457200" y="1505930"/>
            <a:ext cx="8229600" cy="1470025"/>
          </a:xfrm>
          <a:prstGeom prst="rect">
            <a:avLst/>
          </a:prstGeom>
          <a:noFill/>
          <a:ln>
            <a:noFill/>
          </a:ln>
        </p:spPr>
        <p:txBody>
          <a:bodyPr anchorCtr="0" anchor="ctr" bIns="91425" lIns="91425" spcFirstLastPara="1" rIns="91425" wrap="square" tIns="45700">
            <a:noAutofit/>
          </a:bodyPr>
          <a:lstStyle>
            <a:lvl1pPr lvl="0" algn="ctr">
              <a:spcBef>
                <a:spcPts val="0"/>
              </a:spcBef>
              <a:spcAft>
                <a:spcPts val="0"/>
              </a:spcAft>
              <a:buClr>
                <a:srgbClr val="FFFFFF"/>
              </a:buClr>
              <a:buSzPts val="4000"/>
              <a:buFont typeface="Libre Franklin"/>
              <a:buNone/>
              <a:defRPr>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2"/>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Clr>
                <a:schemeClr val="dk2"/>
              </a:buClr>
              <a:buSzPts val="1800"/>
              <a:buNone/>
              <a:defRPr/>
            </a:lvl1pPr>
            <a:lvl2pPr lvl="1" algn="ctr">
              <a:lnSpc>
                <a:spcPct val="100000"/>
              </a:lnSpc>
              <a:spcBef>
                <a:spcPts val="0"/>
              </a:spcBef>
              <a:spcAft>
                <a:spcPts val="0"/>
              </a:spcAft>
              <a:buClr>
                <a:schemeClr val="dk1"/>
              </a:buClr>
              <a:buSzPts val="1800"/>
              <a:buNone/>
              <a:defRPr/>
            </a:lvl2pPr>
            <a:lvl3pPr lvl="2" algn="ctr">
              <a:lnSpc>
                <a:spcPct val="100000"/>
              </a:lnSpc>
              <a:spcBef>
                <a:spcPts val="0"/>
              </a:spcBef>
              <a:spcAft>
                <a:spcPts val="0"/>
              </a:spcAft>
              <a:buClr>
                <a:schemeClr val="dk1"/>
              </a:buClr>
              <a:buSzPts val="1800"/>
              <a:buNone/>
              <a:defRPr/>
            </a:lvl3pPr>
            <a:lvl4pPr lvl="3" algn="ctr">
              <a:lnSpc>
                <a:spcPct val="100000"/>
              </a:lnSpc>
              <a:spcBef>
                <a:spcPts val="0"/>
              </a:spcBef>
              <a:spcAft>
                <a:spcPts val="0"/>
              </a:spcAft>
              <a:buClr>
                <a:schemeClr val="dk1"/>
              </a:buClr>
              <a:buSzPts val="1800"/>
              <a:buNone/>
              <a:defRPr/>
            </a:lvl4pPr>
            <a:lvl5pPr lvl="4" algn="ctr">
              <a:lnSpc>
                <a:spcPct val="100000"/>
              </a:lnSpc>
              <a:spcBef>
                <a:spcPts val="0"/>
              </a:spcBef>
              <a:spcAft>
                <a:spcPts val="0"/>
              </a:spcAft>
              <a:buClr>
                <a:schemeClr val="dk1"/>
              </a:buClr>
              <a:buSzPts val="1800"/>
              <a:buNone/>
              <a:defRPr/>
            </a:lvl5pPr>
            <a:lvl6pPr lvl="5" algn="ctr">
              <a:lnSpc>
                <a:spcPct val="100000"/>
              </a:lnSpc>
              <a:spcBef>
                <a:spcPts val="0"/>
              </a:spcBef>
              <a:spcAft>
                <a:spcPts val="0"/>
              </a:spcAft>
              <a:buClr>
                <a:schemeClr val="dk1"/>
              </a:buClr>
              <a:buSzPts val="1800"/>
              <a:buNone/>
              <a:defRPr/>
            </a:lvl6pPr>
            <a:lvl7pPr lvl="6" algn="ctr">
              <a:lnSpc>
                <a:spcPct val="100000"/>
              </a:lnSpc>
              <a:spcBef>
                <a:spcPts val="0"/>
              </a:spcBef>
              <a:spcAft>
                <a:spcPts val="0"/>
              </a:spcAft>
              <a:buClr>
                <a:schemeClr val="dk1"/>
              </a:buClr>
              <a:buSzPts val="1800"/>
              <a:buNone/>
              <a:defRPr/>
            </a:lvl7pPr>
            <a:lvl8pPr lvl="7" algn="ctr">
              <a:lnSpc>
                <a:spcPct val="100000"/>
              </a:lnSpc>
              <a:spcBef>
                <a:spcPts val="0"/>
              </a:spcBef>
              <a:spcAft>
                <a:spcPts val="0"/>
              </a:spcAft>
              <a:buClr>
                <a:schemeClr val="dk1"/>
              </a:buClr>
              <a:buSzPts val="1800"/>
              <a:buNone/>
              <a:defRPr/>
            </a:lvl8pPr>
            <a:lvl9pPr lvl="8" algn="ctr">
              <a:lnSpc>
                <a:spcPct val="100000"/>
              </a:lnSpc>
              <a:spcBef>
                <a:spcPts val="0"/>
              </a:spcBef>
              <a:spcAft>
                <a:spcPts val="0"/>
              </a:spcAft>
              <a:buClr>
                <a:schemeClr val="dk1"/>
              </a:buClr>
              <a:buSzPts val="1800"/>
              <a:buNone/>
              <a:defRPr/>
            </a:lvl9pPr>
          </a:lstStyle>
          <a:p/>
        </p:txBody>
      </p:sp>
      <p:sp>
        <p:nvSpPr>
          <p:cNvPr id="26" name="Google Shape;26;p2"/>
          <p:cNvSpPr txBox="1"/>
          <p:nvPr>
            <p:ph idx="11" type="ftr"/>
          </p:nvPr>
        </p:nvSpPr>
        <p:spPr>
          <a:xfrm>
            <a:off x="914400" y="6172200"/>
            <a:ext cx="3962400" cy="4572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chemeClr val="dk2"/>
              </a:buClr>
              <a:buSzPts val="1800"/>
              <a:buNone/>
              <a:defRPr/>
            </a:lvl1pPr>
            <a:lvl2pPr lvl="1" algn="ctr">
              <a:lnSpc>
                <a:spcPct val="100000"/>
              </a:lnSpc>
              <a:spcBef>
                <a:spcPts val="0"/>
              </a:spcBef>
              <a:spcAft>
                <a:spcPts val="0"/>
              </a:spcAft>
              <a:buClr>
                <a:schemeClr val="dk1"/>
              </a:buClr>
              <a:buSzPts val="1800"/>
              <a:buNone/>
              <a:defRPr/>
            </a:lvl2pPr>
            <a:lvl3pPr lvl="2" algn="ctr">
              <a:lnSpc>
                <a:spcPct val="100000"/>
              </a:lnSpc>
              <a:spcBef>
                <a:spcPts val="0"/>
              </a:spcBef>
              <a:spcAft>
                <a:spcPts val="0"/>
              </a:spcAft>
              <a:buClr>
                <a:schemeClr val="dk1"/>
              </a:buClr>
              <a:buSzPts val="1800"/>
              <a:buNone/>
              <a:defRPr/>
            </a:lvl3pPr>
            <a:lvl4pPr lvl="3" algn="ctr">
              <a:lnSpc>
                <a:spcPct val="100000"/>
              </a:lnSpc>
              <a:spcBef>
                <a:spcPts val="0"/>
              </a:spcBef>
              <a:spcAft>
                <a:spcPts val="0"/>
              </a:spcAft>
              <a:buClr>
                <a:schemeClr val="dk1"/>
              </a:buClr>
              <a:buSzPts val="1800"/>
              <a:buNone/>
              <a:defRPr/>
            </a:lvl4pPr>
            <a:lvl5pPr lvl="4" algn="ctr">
              <a:lnSpc>
                <a:spcPct val="100000"/>
              </a:lnSpc>
              <a:spcBef>
                <a:spcPts val="0"/>
              </a:spcBef>
              <a:spcAft>
                <a:spcPts val="0"/>
              </a:spcAft>
              <a:buClr>
                <a:schemeClr val="dk1"/>
              </a:buClr>
              <a:buSzPts val="1800"/>
              <a:buNone/>
              <a:defRPr/>
            </a:lvl5pPr>
            <a:lvl6pPr lvl="5" algn="ctr">
              <a:lnSpc>
                <a:spcPct val="100000"/>
              </a:lnSpc>
              <a:spcBef>
                <a:spcPts val="0"/>
              </a:spcBef>
              <a:spcAft>
                <a:spcPts val="0"/>
              </a:spcAft>
              <a:buClr>
                <a:schemeClr val="dk1"/>
              </a:buClr>
              <a:buSzPts val="1800"/>
              <a:buNone/>
              <a:defRPr/>
            </a:lvl6pPr>
            <a:lvl7pPr lvl="6" algn="ctr">
              <a:lnSpc>
                <a:spcPct val="100000"/>
              </a:lnSpc>
              <a:spcBef>
                <a:spcPts val="0"/>
              </a:spcBef>
              <a:spcAft>
                <a:spcPts val="0"/>
              </a:spcAft>
              <a:buClr>
                <a:schemeClr val="dk1"/>
              </a:buClr>
              <a:buSzPts val="1800"/>
              <a:buNone/>
              <a:defRPr/>
            </a:lvl7pPr>
            <a:lvl8pPr lvl="7" algn="ctr">
              <a:lnSpc>
                <a:spcPct val="100000"/>
              </a:lnSpc>
              <a:spcBef>
                <a:spcPts val="0"/>
              </a:spcBef>
              <a:spcAft>
                <a:spcPts val="0"/>
              </a:spcAft>
              <a:buClr>
                <a:schemeClr val="dk1"/>
              </a:buClr>
              <a:buSzPts val="1800"/>
              <a:buNone/>
              <a:defRPr/>
            </a:lvl8pPr>
            <a:lvl9pPr lvl="8" algn="ctr">
              <a:lnSpc>
                <a:spcPct val="100000"/>
              </a:lnSpc>
              <a:spcBef>
                <a:spcPts val="0"/>
              </a:spcBef>
              <a:spcAft>
                <a:spcPts val="0"/>
              </a:spcAft>
              <a:buClr>
                <a:schemeClr val="dk1"/>
              </a:buClr>
              <a:buSzPts val="1800"/>
              <a:buNone/>
              <a:defRPr/>
            </a:lvl9pPr>
          </a:lstStyle>
          <a:p/>
        </p:txBody>
      </p:sp>
      <p:sp>
        <p:nvSpPr>
          <p:cNvPr id="27" name="Google Shape;27;p2"/>
          <p:cNvSpPr/>
          <p:nvPr>
            <p:ph idx="12" type="sldNum"/>
          </p:nvPr>
        </p:nvSpPr>
        <p:spPr>
          <a:xfrm>
            <a:off x="146050" y="6210300"/>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1pPr>
            <a:lvl2pPr indent="0" lvl="1"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2pPr>
            <a:lvl3pPr indent="0" lvl="2"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3pPr>
            <a:lvl4pPr indent="0" lvl="3"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4pPr>
            <a:lvl5pPr indent="0" lvl="4"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5pPr>
            <a:lvl6pPr indent="0" lvl="5"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6pPr>
            <a:lvl7pPr indent="0" lvl="6"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7pPr>
            <a:lvl8pPr indent="0" lvl="7"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8pPr>
            <a:lvl9pPr indent="0" lvl="8"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9pPr>
          </a:lstStyle>
          <a:p>
            <a:pPr indent="0" lvl="0" marL="0" rtl="0" algn="ct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8" name="Shape 28"/>
        <p:cNvGrpSpPr/>
        <p:nvPr/>
      </p:nvGrpSpPr>
      <p:grpSpPr>
        <a:xfrm>
          <a:off x="0" y="0"/>
          <a:ext cx="0" cy="0"/>
          <a:chOff x="0" y="0"/>
          <a:chExt cx="0" cy="0"/>
        </a:xfrm>
      </p:grpSpPr>
      <p:sp>
        <p:nvSpPr>
          <p:cNvPr id="29" name="Google Shape;29;p3"/>
          <p:cNvSpPr txBox="1"/>
          <p:nvPr>
            <p:ph type="title"/>
          </p:nvPr>
        </p:nvSpPr>
        <p:spPr>
          <a:xfrm>
            <a:off x="914400" y="274638"/>
            <a:ext cx="7772400" cy="1143000"/>
          </a:xfrm>
          <a:prstGeom prst="rect">
            <a:avLst/>
          </a:prstGeom>
          <a:noFill/>
          <a:ln>
            <a:noFill/>
          </a:ln>
        </p:spPr>
        <p:txBody>
          <a:bodyPr anchorCtr="0" anchor="b" bIns="91425" lIns="91425" spcFirstLastPara="1" rIns="91425" wrap="square" tIns="45700">
            <a:no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 name="Google Shape;30;p3"/>
          <p:cNvSpPr txBox="1"/>
          <p:nvPr>
            <p:ph idx="1" type="body"/>
          </p:nvPr>
        </p:nvSpPr>
        <p:spPr>
          <a:xfrm>
            <a:off x="914400" y="1447800"/>
            <a:ext cx="7772400" cy="4572000"/>
          </a:xfrm>
          <a:prstGeom prst="rect">
            <a:avLst/>
          </a:prstGeom>
          <a:noFill/>
          <a:ln>
            <a:noFill/>
          </a:ln>
        </p:spPr>
        <p:txBody>
          <a:bodyPr anchorCtr="0" anchor="t" bIns="45700" lIns="91425" spcFirstLastPara="1" rIns="91425" wrap="square" tIns="45700">
            <a:noAutofit/>
          </a:bodyPr>
          <a:lstStyle>
            <a:lvl1pPr indent="-325755" lvl="0" marL="457200" algn="l">
              <a:spcBef>
                <a:spcPts val="580"/>
              </a:spcBef>
              <a:spcAft>
                <a:spcPts val="0"/>
              </a:spcAft>
              <a:buSzPts val="1530"/>
              <a:buChar char="⚫"/>
              <a:defRPr/>
            </a:lvl1pPr>
            <a:lvl2pPr indent="-325755" lvl="1" marL="914400" algn="l">
              <a:spcBef>
                <a:spcPts val="370"/>
              </a:spcBef>
              <a:spcAft>
                <a:spcPts val="0"/>
              </a:spcAft>
              <a:buSzPts val="1530"/>
              <a:buChar char="⚫"/>
              <a:defRPr/>
            </a:lvl2pPr>
            <a:lvl3pPr indent="-325755" lvl="2" marL="1371600" algn="l">
              <a:spcBef>
                <a:spcPts val="370"/>
              </a:spcBef>
              <a:spcAft>
                <a:spcPts val="0"/>
              </a:spcAft>
              <a:buSzPts val="1530"/>
              <a:buChar char="⚫"/>
              <a:defRPr/>
            </a:lvl3pPr>
            <a:lvl4pPr indent="-320039" lvl="3" marL="1828800" algn="l">
              <a:spcBef>
                <a:spcPts val="370"/>
              </a:spcBef>
              <a:spcAft>
                <a:spcPts val="0"/>
              </a:spcAft>
              <a:buSzPts val="1440"/>
              <a:buChar char="⚫"/>
              <a:defRPr/>
            </a:lvl4pPr>
            <a:lvl5pPr indent="-342900" lvl="4" marL="2286000" algn="l">
              <a:spcBef>
                <a:spcPts val="370"/>
              </a:spcBef>
              <a:spcAft>
                <a:spcPts val="0"/>
              </a:spcAft>
              <a:buSzPts val="1800"/>
              <a:buChar char="o"/>
              <a:defRPr/>
            </a:lvl5pPr>
            <a:lvl6pPr indent="-342900" lvl="5" marL="2743200" algn="l">
              <a:spcBef>
                <a:spcPts val="370"/>
              </a:spcBef>
              <a:spcAft>
                <a:spcPts val="0"/>
              </a:spcAft>
              <a:buSzPts val="1800"/>
              <a:buChar char="•"/>
              <a:defRPr/>
            </a:lvl6pPr>
            <a:lvl7pPr indent="-342900" lvl="6" marL="3200400" algn="l">
              <a:spcBef>
                <a:spcPts val="370"/>
              </a:spcBef>
              <a:spcAft>
                <a:spcPts val="0"/>
              </a:spcAft>
              <a:buSzPts val="1800"/>
              <a:buChar char="•"/>
              <a:defRPr/>
            </a:lvl7pPr>
            <a:lvl8pPr indent="-342900" lvl="7" marL="3657600" algn="l">
              <a:spcBef>
                <a:spcPts val="370"/>
              </a:spcBef>
              <a:spcAft>
                <a:spcPts val="0"/>
              </a:spcAft>
              <a:buSzPts val="1800"/>
              <a:buChar char="•"/>
              <a:defRPr/>
            </a:lvl8pPr>
            <a:lvl9pPr indent="-342900" lvl="8" marL="4114800" algn="l">
              <a:spcBef>
                <a:spcPts val="370"/>
              </a:spcBef>
              <a:spcAft>
                <a:spcPts val="0"/>
              </a:spcAft>
              <a:buSzPts val="1800"/>
              <a:buChar char="•"/>
              <a:defRPr/>
            </a:lvl9pPr>
          </a:lstStyle>
          <a:p/>
        </p:txBody>
      </p:sp>
      <p:sp>
        <p:nvSpPr>
          <p:cNvPr id="31" name="Google Shape;31;p3"/>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Clr>
                <a:schemeClr val="dk2"/>
              </a:buClr>
              <a:buSzPts val="1800"/>
              <a:buNone/>
              <a:defRPr/>
            </a:lvl1pPr>
            <a:lvl2pPr lvl="1" algn="ctr">
              <a:lnSpc>
                <a:spcPct val="100000"/>
              </a:lnSpc>
              <a:spcBef>
                <a:spcPts val="0"/>
              </a:spcBef>
              <a:spcAft>
                <a:spcPts val="0"/>
              </a:spcAft>
              <a:buClr>
                <a:schemeClr val="dk1"/>
              </a:buClr>
              <a:buSzPts val="1800"/>
              <a:buNone/>
              <a:defRPr/>
            </a:lvl2pPr>
            <a:lvl3pPr lvl="2" algn="ctr">
              <a:lnSpc>
                <a:spcPct val="100000"/>
              </a:lnSpc>
              <a:spcBef>
                <a:spcPts val="0"/>
              </a:spcBef>
              <a:spcAft>
                <a:spcPts val="0"/>
              </a:spcAft>
              <a:buClr>
                <a:schemeClr val="dk1"/>
              </a:buClr>
              <a:buSzPts val="1800"/>
              <a:buNone/>
              <a:defRPr/>
            </a:lvl3pPr>
            <a:lvl4pPr lvl="3" algn="ctr">
              <a:lnSpc>
                <a:spcPct val="100000"/>
              </a:lnSpc>
              <a:spcBef>
                <a:spcPts val="0"/>
              </a:spcBef>
              <a:spcAft>
                <a:spcPts val="0"/>
              </a:spcAft>
              <a:buClr>
                <a:schemeClr val="dk1"/>
              </a:buClr>
              <a:buSzPts val="1800"/>
              <a:buNone/>
              <a:defRPr/>
            </a:lvl4pPr>
            <a:lvl5pPr lvl="4" algn="ctr">
              <a:lnSpc>
                <a:spcPct val="100000"/>
              </a:lnSpc>
              <a:spcBef>
                <a:spcPts val="0"/>
              </a:spcBef>
              <a:spcAft>
                <a:spcPts val="0"/>
              </a:spcAft>
              <a:buClr>
                <a:schemeClr val="dk1"/>
              </a:buClr>
              <a:buSzPts val="1800"/>
              <a:buNone/>
              <a:defRPr/>
            </a:lvl5pPr>
            <a:lvl6pPr lvl="5" algn="ctr">
              <a:lnSpc>
                <a:spcPct val="100000"/>
              </a:lnSpc>
              <a:spcBef>
                <a:spcPts val="0"/>
              </a:spcBef>
              <a:spcAft>
                <a:spcPts val="0"/>
              </a:spcAft>
              <a:buClr>
                <a:schemeClr val="dk1"/>
              </a:buClr>
              <a:buSzPts val="1800"/>
              <a:buNone/>
              <a:defRPr/>
            </a:lvl6pPr>
            <a:lvl7pPr lvl="6" algn="ctr">
              <a:lnSpc>
                <a:spcPct val="100000"/>
              </a:lnSpc>
              <a:spcBef>
                <a:spcPts val="0"/>
              </a:spcBef>
              <a:spcAft>
                <a:spcPts val="0"/>
              </a:spcAft>
              <a:buClr>
                <a:schemeClr val="dk1"/>
              </a:buClr>
              <a:buSzPts val="1800"/>
              <a:buNone/>
              <a:defRPr/>
            </a:lvl7pPr>
            <a:lvl8pPr lvl="7" algn="ctr">
              <a:lnSpc>
                <a:spcPct val="100000"/>
              </a:lnSpc>
              <a:spcBef>
                <a:spcPts val="0"/>
              </a:spcBef>
              <a:spcAft>
                <a:spcPts val="0"/>
              </a:spcAft>
              <a:buClr>
                <a:schemeClr val="dk1"/>
              </a:buClr>
              <a:buSzPts val="1800"/>
              <a:buNone/>
              <a:defRPr/>
            </a:lvl8pPr>
            <a:lvl9pPr lvl="8" algn="ctr">
              <a:lnSpc>
                <a:spcPct val="100000"/>
              </a:lnSpc>
              <a:spcBef>
                <a:spcPts val="0"/>
              </a:spcBef>
              <a:spcAft>
                <a:spcPts val="0"/>
              </a:spcAft>
              <a:buClr>
                <a:schemeClr val="dk1"/>
              </a:buClr>
              <a:buSzPts val="1800"/>
              <a:buNone/>
              <a:defRPr/>
            </a:lvl9pPr>
          </a:lstStyle>
          <a:p/>
        </p:txBody>
      </p:sp>
      <p:sp>
        <p:nvSpPr>
          <p:cNvPr id="32" name="Google Shape;32;p3"/>
          <p:cNvSpPr txBox="1"/>
          <p:nvPr>
            <p:ph idx="11" type="ftr"/>
          </p:nvPr>
        </p:nvSpPr>
        <p:spPr>
          <a:xfrm>
            <a:off x="914400" y="6172200"/>
            <a:ext cx="3962400" cy="4572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chemeClr val="dk2"/>
              </a:buClr>
              <a:buSzPts val="1800"/>
              <a:buNone/>
              <a:defRPr/>
            </a:lvl1pPr>
            <a:lvl2pPr lvl="1" algn="ctr">
              <a:lnSpc>
                <a:spcPct val="100000"/>
              </a:lnSpc>
              <a:spcBef>
                <a:spcPts val="0"/>
              </a:spcBef>
              <a:spcAft>
                <a:spcPts val="0"/>
              </a:spcAft>
              <a:buClr>
                <a:schemeClr val="dk1"/>
              </a:buClr>
              <a:buSzPts val="1800"/>
              <a:buNone/>
              <a:defRPr/>
            </a:lvl2pPr>
            <a:lvl3pPr lvl="2" algn="ctr">
              <a:lnSpc>
                <a:spcPct val="100000"/>
              </a:lnSpc>
              <a:spcBef>
                <a:spcPts val="0"/>
              </a:spcBef>
              <a:spcAft>
                <a:spcPts val="0"/>
              </a:spcAft>
              <a:buClr>
                <a:schemeClr val="dk1"/>
              </a:buClr>
              <a:buSzPts val="1800"/>
              <a:buNone/>
              <a:defRPr/>
            </a:lvl3pPr>
            <a:lvl4pPr lvl="3" algn="ctr">
              <a:lnSpc>
                <a:spcPct val="100000"/>
              </a:lnSpc>
              <a:spcBef>
                <a:spcPts val="0"/>
              </a:spcBef>
              <a:spcAft>
                <a:spcPts val="0"/>
              </a:spcAft>
              <a:buClr>
                <a:schemeClr val="dk1"/>
              </a:buClr>
              <a:buSzPts val="1800"/>
              <a:buNone/>
              <a:defRPr/>
            </a:lvl4pPr>
            <a:lvl5pPr lvl="4" algn="ctr">
              <a:lnSpc>
                <a:spcPct val="100000"/>
              </a:lnSpc>
              <a:spcBef>
                <a:spcPts val="0"/>
              </a:spcBef>
              <a:spcAft>
                <a:spcPts val="0"/>
              </a:spcAft>
              <a:buClr>
                <a:schemeClr val="dk1"/>
              </a:buClr>
              <a:buSzPts val="1800"/>
              <a:buNone/>
              <a:defRPr/>
            </a:lvl5pPr>
            <a:lvl6pPr lvl="5" algn="ctr">
              <a:lnSpc>
                <a:spcPct val="100000"/>
              </a:lnSpc>
              <a:spcBef>
                <a:spcPts val="0"/>
              </a:spcBef>
              <a:spcAft>
                <a:spcPts val="0"/>
              </a:spcAft>
              <a:buClr>
                <a:schemeClr val="dk1"/>
              </a:buClr>
              <a:buSzPts val="1800"/>
              <a:buNone/>
              <a:defRPr/>
            </a:lvl6pPr>
            <a:lvl7pPr lvl="6" algn="ctr">
              <a:lnSpc>
                <a:spcPct val="100000"/>
              </a:lnSpc>
              <a:spcBef>
                <a:spcPts val="0"/>
              </a:spcBef>
              <a:spcAft>
                <a:spcPts val="0"/>
              </a:spcAft>
              <a:buClr>
                <a:schemeClr val="dk1"/>
              </a:buClr>
              <a:buSzPts val="1800"/>
              <a:buNone/>
              <a:defRPr/>
            </a:lvl7pPr>
            <a:lvl8pPr lvl="7" algn="ctr">
              <a:lnSpc>
                <a:spcPct val="100000"/>
              </a:lnSpc>
              <a:spcBef>
                <a:spcPts val="0"/>
              </a:spcBef>
              <a:spcAft>
                <a:spcPts val="0"/>
              </a:spcAft>
              <a:buClr>
                <a:schemeClr val="dk1"/>
              </a:buClr>
              <a:buSzPts val="1800"/>
              <a:buNone/>
              <a:defRPr/>
            </a:lvl8pPr>
            <a:lvl9pPr lvl="8" algn="ctr">
              <a:lnSpc>
                <a:spcPct val="100000"/>
              </a:lnSpc>
              <a:spcBef>
                <a:spcPts val="0"/>
              </a:spcBef>
              <a:spcAft>
                <a:spcPts val="0"/>
              </a:spcAft>
              <a:buClr>
                <a:schemeClr val="dk1"/>
              </a:buClr>
              <a:buSzPts val="1800"/>
              <a:buNone/>
              <a:defRPr/>
            </a:lvl9pPr>
          </a:lstStyle>
          <a:p/>
        </p:txBody>
      </p:sp>
      <p:sp>
        <p:nvSpPr>
          <p:cNvPr id="33" name="Google Shape;33;p3"/>
          <p:cNvSpPr/>
          <p:nvPr>
            <p:ph idx="12" type="sldNum"/>
          </p:nvPr>
        </p:nvSpPr>
        <p:spPr>
          <a:xfrm>
            <a:off x="146050" y="6210300"/>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1pPr>
            <a:lvl2pPr indent="0" lvl="1"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2pPr>
            <a:lvl3pPr indent="0" lvl="2"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3pPr>
            <a:lvl4pPr indent="0" lvl="3"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4pPr>
            <a:lvl5pPr indent="0" lvl="4"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5pPr>
            <a:lvl6pPr indent="0" lvl="5"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6pPr>
            <a:lvl7pPr indent="0" lvl="6"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7pPr>
            <a:lvl8pPr indent="0" lvl="7"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8pPr>
            <a:lvl9pPr indent="0" lvl="8"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9pPr>
          </a:lstStyle>
          <a:p>
            <a:pPr indent="0" lvl="0" marL="0" rtl="0" algn="ct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4" name="Shape 34"/>
        <p:cNvGrpSpPr/>
        <p:nvPr/>
      </p:nvGrpSpPr>
      <p:grpSpPr>
        <a:xfrm>
          <a:off x="0" y="0"/>
          <a:ext cx="0" cy="0"/>
          <a:chOff x="0" y="0"/>
          <a:chExt cx="0" cy="0"/>
        </a:xfrm>
      </p:grpSpPr>
      <p:sp>
        <p:nvSpPr>
          <p:cNvPr id="35" name="Google Shape;35;p4"/>
          <p:cNvSpPr txBox="1"/>
          <p:nvPr>
            <p:ph type="title"/>
          </p:nvPr>
        </p:nvSpPr>
        <p:spPr>
          <a:xfrm>
            <a:off x="914400" y="274638"/>
            <a:ext cx="7772400" cy="1143000"/>
          </a:xfrm>
          <a:prstGeom prst="rect">
            <a:avLst/>
          </a:prstGeom>
          <a:noFill/>
          <a:ln>
            <a:noFill/>
          </a:ln>
        </p:spPr>
        <p:txBody>
          <a:bodyPr anchorCtr="0" anchor="b" bIns="91425" lIns="91425" spcFirstLastPara="1" rIns="91425" wrap="square" tIns="45700">
            <a:no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4"/>
          <p:cNvSpPr txBox="1"/>
          <p:nvPr>
            <p:ph idx="1" type="body"/>
          </p:nvPr>
        </p:nvSpPr>
        <p:spPr>
          <a:xfrm>
            <a:off x="914400" y="1447800"/>
            <a:ext cx="3749040" cy="4572000"/>
          </a:xfrm>
          <a:prstGeom prst="rect">
            <a:avLst/>
          </a:prstGeom>
          <a:noFill/>
          <a:ln>
            <a:noFill/>
          </a:ln>
        </p:spPr>
        <p:txBody>
          <a:bodyPr anchorCtr="0" anchor="t" bIns="45700" lIns="91425" spcFirstLastPara="1" rIns="91425" wrap="square" tIns="45700">
            <a:noAutofit/>
          </a:bodyPr>
          <a:lstStyle>
            <a:lvl1pPr indent="-325755" lvl="0" marL="457200" algn="l">
              <a:spcBef>
                <a:spcPts val="580"/>
              </a:spcBef>
              <a:spcAft>
                <a:spcPts val="0"/>
              </a:spcAft>
              <a:buSzPts val="1530"/>
              <a:buChar char="⚫"/>
              <a:defRPr/>
            </a:lvl1pPr>
            <a:lvl2pPr indent="-325755" lvl="1" marL="914400" algn="l">
              <a:spcBef>
                <a:spcPts val="370"/>
              </a:spcBef>
              <a:spcAft>
                <a:spcPts val="0"/>
              </a:spcAft>
              <a:buSzPts val="1530"/>
              <a:buChar char="⚫"/>
              <a:defRPr/>
            </a:lvl2pPr>
            <a:lvl3pPr indent="-325755" lvl="2" marL="1371600" algn="l">
              <a:spcBef>
                <a:spcPts val="370"/>
              </a:spcBef>
              <a:spcAft>
                <a:spcPts val="0"/>
              </a:spcAft>
              <a:buSzPts val="1530"/>
              <a:buChar char="⚫"/>
              <a:defRPr/>
            </a:lvl3pPr>
            <a:lvl4pPr indent="-320039" lvl="3" marL="1828800" algn="l">
              <a:spcBef>
                <a:spcPts val="370"/>
              </a:spcBef>
              <a:spcAft>
                <a:spcPts val="0"/>
              </a:spcAft>
              <a:buSzPts val="1440"/>
              <a:buChar char="⚫"/>
              <a:defRPr/>
            </a:lvl4pPr>
            <a:lvl5pPr indent="-342900" lvl="4" marL="2286000" algn="l">
              <a:spcBef>
                <a:spcPts val="370"/>
              </a:spcBef>
              <a:spcAft>
                <a:spcPts val="0"/>
              </a:spcAft>
              <a:buSzPts val="1800"/>
              <a:buChar char="o"/>
              <a:defRPr/>
            </a:lvl5pPr>
            <a:lvl6pPr indent="-342900" lvl="5" marL="2743200" algn="l">
              <a:spcBef>
                <a:spcPts val="370"/>
              </a:spcBef>
              <a:spcAft>
                <a:spcPts val="0"/>
              </a:spcAft>
              <a:buSzPts val="1800"/>
              <a:buChar char="•"/>
              <a:defRPr/>
            </a:lvl6pPr>
            <a:lvl7pPr indent="-342900" lvl="6" marL="3200400" algn="l">
              <a:spcBef>
                <a:spcPts val="370"/>
              </a:spcBef>
              <a:spcAft>
                <a:spcPts val="0"/>
              </a:spcAft>
              <a:buSzPts val="1800"/>
              <a:buChar char="•"/>
              <a:defRPr/>
            </a:lvl7pPr>
            <a:lvl8pPr indent="-342900" lvl="7" marL="3657600" algn="l">
              <a:spcBef>
                <a:spcPts val="370"/>
              </a:spcBef>
              <a:spcAft>
                <a:spcPts val="0"/>
              </a:spcAft>
              <a:buSzPts val="1800"/>
              <a:buChar char="•"/>
              <a:defRPr/>
            </a:lvl8pPr>
            <a:lvl9pPr indent="-342900" lvl="8" marL="4114800" algn="l">
              <a:spcBef>
                <a:spcPts val="370"/>
              </a:spcBef>
              <a:spcAft>
                <a:spcPts val="0"/>
              </a:spcAft>
              <a:buSzPts val="1800"/>
              <a:buChar char="•"/>
              <a:defRPr/>
            </a:lvl9pPr>
          </a:lstStyle>
          <a:p/>
        </p:txBody>
      </p:sp>
      <p:sp>
        <p:nvSpPr>
          <p:cNvPr id="37" name="Google Shape;37;p4"/>
          <p:cNvSpPr txBox="1"/>
          <p:nvPr>
            <p:ph idx="2" type="body"/>
          </p:nvPr>
        </p:nvSpPr>
        <p:spPr>
          <a:xfrm>
            <a:off x="4933950" y="1447800"/>
            <a:ext cx="3749040" cy="4572000"/>
          </a:xfrm>
          <a:prstGeom prst="rect">
            <a:avLst/>
          </a:prstGeom>
          <a:noFill/>
          <a:ln>
            <a:noFill/>
          </a:ln>
        </p:spPr>
        <p:txBody>
          <a:bodyPr anchorCtr="0" anchor="t" bIns="45700" lIns="91425" spcFirstLastPara="1" rIns="91425" wrap="square" tIns="45700">
            <a:noAutofit/>
          </a:bodyPr>
          <a:lstStyle>
            <a:lvl1pPr indent="-325755" lvl="0" marL="457200" algn="l">
              <a:spcBef>
                <a:spcPts val="580"/>
              </a:spcBef>
              <a:spcAft>
                <a:spcPts val="0"/>
              </a:spcAft>
              <a:buSzPts val="1530"/>
              <a:buChar char="⚫"/>
              <a:defRPr/>
            </a:lvl1pPr>
            <a:lvl2pPr indent="-325755" lvl="1" marL="914400" algn="l">
              <a:spcBef>
                <a:spcPts val="370"/>
              </a:spcBef>
              <a:spcAft>
                <a:spcPts val="0"/>
              </a:spcAft>
              <a:buSzPts val="1530"/>
              <a:buChar char="⚫"/>
              <a:defRPr/>
            </a:lvl2pPr>
            <a:lvl3pPr indent="-325755" lvl="2" marL="1371600" algn="l">
              <a:spcBef>
                <a:spcPts val="370"/>
              </a:spcBef>
              <a:spcAft>
                <a:spcPts val="0"/>
              </a:spcAft>
              <a:buSzPts val="1530"/>
              <a:buChar char="⚫"/>
              <a:defRPr/>
            </a:lvl3pPr>
            <a:lvl4pPr indent="-320039" lvl="3" marL="1828800" algn="l">
              <a:spcBef>
                <a:spcPts val="370"/>
              </a:spcBef>
              <a:spcAft>
                <a:spcPts val="0"/>
              </a:spcAft>
              <a:buSzPts val="1440"/>
              <a:buChar char="⚫"/>
              <a:defRPr/>
            </a:lvl4pPr>
            <a:lvl5pPr indent="-342900" lvl="4" marL="2286000" algn="l">
              <a:spcBef>
                <a:spcPts val="370"/>
              </a:spcBef>
              <a:spcAft>
                <a:spcPts val="0"/>
              </a:spcAft>
              <a:buSzPts val="1800"/>
              <a:buChar char="o"/>
              <a:defRPr/>
            </a:lvl5pPr>
            <a:lvl6pPr indent="-342900" lvl="5" marL="2743200" algn="l">
              <a:spcBef>
                <a:spcPts val="370"/>
              </a:spcBef>
              <a:spcAft>
                <a:spcPts val="0"/>
              </a:spcAft>
              <a:buSzPts val="1800"/>
              <a:buChar char="•"/>
              <a:defRPr/>
            </a:lvl6pPr>
            <a:lvl7pPr indent="-342900" lvl="6" marL="3200400" algn="l">
              <a:spcBef>
                <a:spcPts val="370"/>
              </a:spcBef>
              <a:spcAft>
                <a:spcPts val="0"/>
              </a:spcAft>
              <a:buSzPts val="1800"/>
              <a:buChar char="•"/>
              <a:defRPr/>
            </a:lvl7pPr>
            <a:lvl8pPr indent="-342900" lvl="7" marL="3657600" algn="l">
              <a:spcBef>
                <a:spcPts val="370"/>
              </a:spcBef>
              <a:spcAft>
                <a:spcPts val="0"/>
              </a:spcAft>
              <a:buSzPts val="1800"/>
              <a:buChar char="•"/>
              <a:defRPr/>
            </a:lvl8pPr>
            <a:lvl9pPr indent="-342900" lvl="8" marL="4114800" algn="l">
              <a:spcBef>
                <a:spcPts val="370"/>
              </a:spcBef>
              <a:spcAft>
                <a:spcPts val="0"/>
              </a:spcAft>
              <a:buSzPts val="1800"/>
              <a:buChar char="•"/>
              <a:defRPr/>
            </a:lvl9pPr>
          </a:lstStyle>
          <a:p/>
        </p:txBody>
      </p:sp>
      <p:sp>
        <p:nvSpPr>
          <p:cNvPr id="38" name="Google Shape;38;p4"/>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Clr>
                <a:schemeClr val="dk2"/>
              </a:buClr>
              <a:buSzPts val="1800"/>
              <a:buNone/>
              <a:defRPr/>
            </a:lvl1pPr>
            <a:lvl2pPr lvl="1" algn="ctr">
              <a:lnSpc>
                <a:spcPct val="100000"/>
              </a:lnSpc>
              <a:spcBef>
                <a:spcPts val="0"/>
              </a:spcBef>
              <a:spcAft>
                <a:spcPts val="0"/>
              </a:spcAft>
              <a:buClr>
                <a:schemeClr val="dk1"/>
              </a:buClr>
              <a:buSzPts val="1800"/>
              <a:buNone/>
              <a:defRPr/>
            </a:lvl2pPr>
            <a:lvl3pPr lvl="2" algn="ctr">
              <a:lnSpc>
                <a:spcPct val="100000"/>
              </a:lnSpc>
              <a:spcBef>
                <a:spcPts val="0"/>
              </a:spcBef>
              <a:spcAft>
                <a:spcPts val="0"/>
              </a:spcAft>
              <a:buClr>
                <a:schemeClr val="dk1"/>
              </a:buClr>
              <a:buSzPts val="1800"/>
              <a:buNone/>
              <a:defRPr/>
            </a:lvl3pPr>
            <a:lvl4pPr lvl="3" algn="ctr">
              <a:lnSpc>
                <a:spcPct val="100000"/>
              </a:lnSpc>
              <a:spcBef>
                <a:spcPts val="0"/>
              </a:spcBef>
              <a:spcAft>
                <a:spcPts val="0"/>
              </a:spcAft>
              <a:buClr>
                <a:schemeClr val="dk1"/>
              </a:buClr>
              <a:buSzPts val="1800"/>
              <a:buNone/>
              <a:defRPr/>
            </a:lvl4pPr>
            <a:lvl5pPr lvl="4" algn="ctr">
              <a:lnSpc>
                <a:spcPct val="100000"/>
              </a:lnSpc>
              <a:spcBef>
                <a:spcPts val="0"/>
              </a:spcBef>
              <a:spcAft>
                <a:spcPts val="0"/>
              </a:spcAft>
              <a:buClr>
                <a:schemeClr val="dk1"/>
              </a:buClr>
              <a:buSzPts val="1800"/>
              <a:buNone/>
              <a:defRPr/>
            </a:lvl5pPr>
            <a:lvl6pPr lvl="5" algn="ctr">
              <a:lnSpc>
                <a:spcPct val="100000"/>
              </a:lnSpc>
              <a:spcBef>
                <a:spcPts val="0"/>
              </a:spcBef>
              <a:spcAft>
                <a:spcPts val="0"/>
              </a:spcAft>
              <a:buClr>
                <a:schemeClr val="dk1"/>
              </a:buClr>
              <a:buSzPts val="1800"/>
              <a:buNone/>
              <a:defRPr/>
            </a:lvl6pPr>
            <a:lvl7pPr lvl="6" algn="ctr">
              <a:lnSpc>
                <a:spcPct val="100000"/>
              </a:lnSpc>
              <a:spcBef>
                <a:spcPts val="0"/>
              </a:spcBef>
              <a:spcAft>
                <a:spcPts val="0"/>
              </a:spcAft>
              <a:buClr>
                <a:schemeClr val="dk1"/>
              </a:buClr>
              <a:buSzPts val="1800"/>
              <a:buNone/>
              <a:defRPr/>
            </a:lvl7pPr>
            <a:lvl8pPr lvl="7" algn="ctr">
              <a:lnSpc>
                <a:spcPct val="100000"/>
              </a:lnSpc>
              <a:spcBef>
                <a:spcPts val="0"/>
              </a:spcBef>
              <a:spcAft>
                <a:spcPts val="0"/>
              </a:spcAft>
              <a:buClr>
                <a:schemeClr val="dk1"/>
              </a:buClr>
              <a:buSzPts val="1800"/>
              <a:buNone/>
              <a:defRPr/>
            </a:lvl8pPr>
            <a:lvl9pPr lvl="8" algn="ctr">
              <a:lnSpc>
                <a:spcPct val="100000"/>
              </a:lnSpc>
              <a:spcBef>
                <a:spcPts val="0"/>
              </a:spcBef>
              <a:spcAft>
                <a:spcPts val="0"/>
              </a:spcAft>
              <a:buClr>
                <a:schemeClr val="dk1"/>
              </a:buClr>
              <a:buSzPts val="1800"/>
              <a:buNone/>
              <a:defRPr/>
            </a:lvl9pPr>
          </a:lstStyle>
          <a:p/>
        </p:txBody>
      </p:sp>
      <p:sp>
        <p:nvSpPr>
          <p:cNvPr id="39" name="Google Shape;39;p4"/>
          <p:cNvSpPr txBox="1"/>
          <p:nvPr>
            <p:ph idx="11" type="ftr"/>
          </p:nvPr>
        </p:nvSpPr>
        <p:spPr>
          <a:xfrm>
            <a:off x="914400" y="6172200"/>
            <a:ext cx="3962400" cy="4572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chemeClr val="dk2"/>
              </a:buClr>
              <a:buSzPts val="1800"/>
              <a:buNone/>
              <a:defRPr/>
            </a:lvl1pPr>
            <a:lvl2pPr lvl="1" algn="ctr">
              <a:lnSpc>
                <a:spcPct val="100000"/>
              </a:lnSpc>
              <a:spcBef>
                <a:spcPts val="0"/>
              </a:spcBef>
              <a:spcAft>
                <a:spcPts val="0"/>
              </a:spcAft>
              <a:buClr>
                <a:schemeClr val="dk1"/>
              </a:buClr>
              <a:buSzPts val="1800"/>
              <a:buNone/>
              <a:defRPr/>
            </a:lvl2pPr>
            <a:lvl3pPr lvl="2" algn="ctr">
              <a:lnSpc>
                <a:spcPct val="100000"/>
              </a:lnSpc>
              <a:spcBef>
                <a:spcPts val="0"/>
              </a:spcBef>
              <a:spcAft>
                <a:spcPts val="0"/>
              </a:spcAft>
              <a:buClr>
                <a:schemeClr val="dk1"/>
              </a:buClr>
              <a:buSzPts val="1800"/>
              <a:buNone/>
              <a:defRPr/>
            </a:lvl3pPr>
            <a:lvl4pPr lvl="3" algn="ctr">
              <a:lnSpc>
                <a:spcPct val="100000"/>
              </a:lnSpc>
              <a:spcBef>
                <a:spcPts val="0"/>
              </a:spcBef>
              <a:spcAft>
                <a:spcPts val="0"/>
              </a:spcAft>
              <a:buClr>
                <a:schemeClr val="dk1"/>
              </a:buClr>
              <a:buSzPts val="1800"/>
              <a:buNone/>
              <a:defRPr/>
            </a:lvl4pPr>
            <a:lvl5pPr lvl="4" algn="ctr">
              <a:lnSpc>
                <a:spcPct val="100000"/>
              </a:lnSpc>
              <a:spcBef>
                <a:spcPts val="0"/>
              </a:spcBef>
              <a:spcAft>
                <a:spcPts val="0"/>
              </a:spcAft>
              <a:buClr>
                <a:schemeClr val="dk1"/>
              </a:buClr>
              <a:buSzPts val="1800"/>
              <a:buNone/>
              <a:defRPr/>
            </a:lvl5pPr>
            <a:lvl6pPr lvl="5" algn="ctr">
              <a:lnSpc>
                <a:spcPct val="100000"/>
              </a:lnSpc>
              <a:spcBef>
                <a:spcPts val="0"/>
              </a:spcBef>
              <a:spcAft>
                <a:spcPts val="0"/>
              </a:spcAft>
              <a:buClr>
                <a:schemeClr val="dk1"/>
              </a:buClr>
              <a:buSzPts val="1800"/>
              <a:buNone/>
              <a:defRPr/>
            </a:lvl6pPr>
            <a:lvl7pPr lvl="6" algn="ctr">
              <a:lnSpc>
                <a:spcPct val="100000"/>
              </a:lnSpc>
              <a:spcBef>
                <a:spcPts val="0"/>
              </a:spcBef>
              <a:spcAft>
                <a:spcPts val="0"/>
              </a:spcAft>
              <a:buClr>
                <a:schemeClr val="dk1"/>
              </a:buClr>
              <a:buSzPts val="1800"/>
              <a:buNone/>
              <a:defRPr/>
            </a:lvl7pPr>
            <a:lvl8pPr lvl="7" algn="ctr">
              <a:lnSpc>
                <a:spcPct val="100000"/>
              </a:lnSpc>
              <a:spcBef>
                <a:spcPts val="0"/>
              </a:spcBef>
              <a:spcAft>
                <a:spcPts val="0"/>
              </a:spcAft>
              <a:buClr>
                <a:schemeClr val="dk1"/>
              </a:buClr>
              <a:buSzPts val="1800"/>
              <a:buNone/>
              <a:defRPr/>
            </a:lvl8pPr>
            <a:lvl9pPr lvl="8" algn="ctr">
              <a:lnSpc>
                <a:spcPct val="100000"/>
              </a:lnSpc>
              <a:spcBef>
                <a:spcPts val="0"/>
              </a:spcBef>
              <a:spcAft>
                <a:spcPts val="0"/>
              </a:spcAft>
              <a:buClr>
                <a:schemeClr val="dk1"/>
              </a:buClr>
              <a:buSzPts val="1800"/>
              <a:buNone/>
              <a:defRPr/>
            </a:lvl9pPr>
          </a:lstStyle>
          <a:p/>
        </p:txBody>
      </p:sp>
      <p:sp>
        <p:nvSpPr>
          <p:cNvPr id="40" name="Google Shape;40;p4"/>
          <p:cNvSpPr/>
          <p:nvPr>
            <p:ph idx="12" type="sldNum"/>
          </p:nvPr>
        </p:nvSpPr>
        <p:spPr>
          <a:xfrm>
            <a:off x="146050" y="6210300"/>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1pPr>
            <a:lvl2pPr indent="0" lvl="1"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2pPr>
            <a:lvl3pPr indent="0" lvl="2"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3pPr>
            <a:lvl4pPr indent="0" lvl="3"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4pPr>
            <a:lvl5pPr indent="0" lvl="4"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5pPr>
            <a:lvl6pPr indent="0" lvl="5"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6pPr>
            <a:lvl7pPr indent="0" lvl="6"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7pPr>
            <a:lvl8pPr indent="0" lvl="7"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8pPr>
            <a:lvl9pPr indent="0" lvl="8"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9pPr>
          </a:lstStyle>
          <a:p>
            <a:pPr indent="0" lvl="0" marL="0" rtl="0" algn="ct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bg>
      <p:bgPr>
        <a:blipFill rotWithShape="1">
          <a:blip r:embed="rId2">
            <a:alphaModFix/>
          </a:blip>
          <a:tile algn="tl" flip="none" tx="0" sx="55000" ty="0" sy="55000"/>
        </a:blipFill>
      </p:bgPr>
    </p:bg>
    <p:spTree>
      <p:nvGrpSpPr>
        <p:cNvPr id="41" name="Shape 41"/>
        <p:cNvGrpSpPr/>
        <p:nvPr/>
      </p:nvGrpSpPr>
      <p:grpSpPr>
        <a:xfrm>
          <a:off x="0" y="0"/>
          <a:ext cx="0" cy="0"/>
          <a:chOff x="0" y="0"/>
          <a:chExt cx="0" cy="0"/>
        </a:xfrm>
      </p:grpSpPr>
      <p:sp>
        <p:nvSpPr>
          <p:cNvPr id="42" name="Google Shape;42;p5"/>
          <p:cNvSpPr/>
          <p:nvPr/>
        </p:nvSpPr>
        <p:spPr>
          <a:xfrm>
            <a:off x="0" y="0"/>
            <a:ext cx="9144000"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imes New Roman"/>
              <a:buNone/>
            </a:pPr>
            <a:r>
              <a:t/>
            </a:r>
            <a:endParaRPr b="0" i="0" sz="1600" u="none" cap="none" strike="noStrike">
              <a:solidFill>
                <a:srgbClr val="FFFFFF"/>
              </a:solidFill>
              <a:latin typeface="Libre Baskerville"/>
              <a:ea typeface="Libre Baskerville"/>
              <a:cs typeface="Libre Baskerville"/>
              <a:sym typeface="Libre Baskerville"/>
            </a:endParaRPr>
          </a:p>
        </p:txBody>
      </p:sp>
      <p:sp>
        <p:nvSpPr>
          <p:cNvPr id="43" name="Google Shape;43;p5"/>
          <p:cNvSpPr/>
          <p:nvPr/>
        </p:nvSpPr>
        <p:spPr>
          <a:xfrm>
            <a:off x="65313" y="69755"/>
            <a:ext cx="9013372" cy="6692201"/>
          </a:xfrm>
          <a:prstGeom prst="roundRect">
            <a:avLst>
              <a:gd fmla="val 4929" name="adj"/>
            </a:avLst>
          </a:prstGeom>
          <a:blipFill rotWithShape="1">
            <a:blip r:embed="rId2">
              <a:alphaModFix/>
            </a:blip>
            <a:tile algn="tl" flip="none" tx="0" sx="55000" ty="0" sy="55000"/>
          </a:blipFill>
          <a:ln cap="sq"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imes New Roman"/>
              <a:buNone/>
            </a:pPr>
            <a:r>
              <a:t/>
            </a:r>
            <a:endParaRPr b="0" i="0" sz="1600" u="none" cap="none" strike="noStrike">
              <a:solidFill>
                <a:srgbClr val="FFFFFF"/>
              </a:solidFill>
              <a:latin typeface="Libre Baskerville"/>
              <a:ea typeface="Libre Baskerville"/>
              <a:cs typeface="Libre Baskerville"/>
              <a:sym typeface="Libre Baskerville"/>
            </a:endParaRPr>
          </a:p>
        </p:txBody>
      </p:sp>
      <p:sp>
        <p:nvSpPr>
          <p:cNvPr id="44" name="Google Shape;44;p5"/>
          <p:cNvSpPr/>
          <p:nvPr/>
        </p:nvSpPr>
        <p:spPr>
          <a:xfrm flipH="1" rot="10800000">
            <a:off x="69850" y="2376488"/>
            <a:ext cx="9013825" cy="9207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imes New Roman"/>
              <a:buNone/>
            </a:pPr>
            <a:r>
              <a:t/>
            </a:r>
            <a:endParaRPr b="0" i="0" sz="1600" u="none" cap="none" strike="noStrike">
              <a:solidFill>
                <a:srgbClr val="FFFFFF"/>
              </a:solidFill>
              <a:latin typeface="Libre Baskerville"/>
              <a:ea typeface="Libre Baskerville"/>
              <a:cs typeface="Libre Baskerville"/>
              <a:sym typeface="Libre Baskerville"/>
            </a:endParaRPr>
          </a:p>
        </p:txBody>
      </p:sp>
      <p:sp>
        <p:nvSpPr>
          <p:cNvPr id="45" name="Google Shape;45;p5"/>
          <p:cNvSpPr/>
          <p:nvPr/>
        </p:nvSpPr>
        <p:spPr>
          <a:xfrm>
            <a:off x="69850" y="2341563"/>
            <a:ext cx="9013825" cy="46038"/>
          </a:xfrm>
          <a:prstGeom prst="rect">
            <a:avLst/>
          </a:prstGeom>
          <a:solidFill>
            <a:srgbClr val="E6AFA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imes New Roman"/>
              <a:buNone/>
            </a:pPr>
            <a:r>
              <a:t/>
            </a:r>
            <a:endParaRPr b="0" i="0" sz="1600" u="none" cap="none" strike="noStrike">
              <a:solidFill>
                <a:srgbClr val="FFFFFF"/>
              </a:solidFill>
              <a:latin typeface="Libre Baskerville"/>
              <a:ea typeface="Libre Baskerville"/>
              <a:cs typeface="Libre Baskerville"/>
              <a:sym typeface="Libre Baskerville"/>
            </a:endParaRPr>
          </a:p>
        </p:txBody>
      </p:sp>
      <p:sp>
        <p:nvSpPr>
          <p:cNvPr id="46" name="Google Shape;46;p5"/>
          <p:cNvSpPr/>
          <p:nvPr/>
        </p:nvSpPr>
        <p:spPr>
          <a:xfrm>
            <a:off x="68263" y="2468563"/>
            <a:ext cx="9015413" cy="46038"/>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imes New Roman"/>
              <a:buNone/>
            </a:pPr>
            <a:r>
              <a:t/>
            </a:r>
            <a:endParaRPr b="0" i="0" sz="1600" u="none" cap="none" strike="noStrike">
              <a:solidFill>
                <a:srgbClr val="FFFFFF"/>
              </a:solidFill>
              <a:latin typeface="Libre Baskerville"/>
              <a:ea typeface="Libre Baskerville"/>
              <a:cs typeface="Libre Baskerville"/>
              <a:sym typeface="Libre Baskerville"/>
            </a:endParaRPr>
          </a:p>
        </p:txBody>
      </p:sp>
      <p:sp>
        <p:nvSpPr>
          <p:cNvPr id="47" name="Google Shape;47;p5"/>
          <p:cNvSpPr txBox="1"/>
          <p:nvPr>
            <p:ph type="title"/>
          </p:nvPr>
        </p:nvSpPr>
        <p:spPr>
          <a:xfrm>
            <a:off x="722313" y="952500"/>
            <a:ext cx="7772400" cy="1362075"/>
          </a:xfrm>
          <a:prstGeom prst="rect">
            <a:avLst/>
          </a:prstGeom>
          <a:noFill/>
          <a:ln>
            <a:noFill/>
          </a:ln>
        </p:spPr>
        <p:txBody>
          <a:bodyPr anchorCtr="0" anchor="b" bIns="91425" lIns="91425" spcFirstLastPara="1" rIns="91425" wrap="square" tIns="45700">
            <a:noAutofit/>
          </a:bodyPr>
          <a:lstStyle>
            <a:lvl1pPr lvl="0" algn="l">
              <a:spcBef>
                <a:spcPts val="0"/>
              </a:spcBef>
              <a:spcAft>
                <a:spcPts val="0"/>
              </a:spcAft>
              <a:buClr>
                <a:schemeClr val="dk2"/>
              </a:buClr>
              <a:buSzPts val="4000"/>
              <a:buFont typeface="Libre Franklin"/>
              <a:buNone/>
              <a:defRPr b="0"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8" name="Google Shape;48;p5"/>
          <p:cNvSpPr txBox="1"/>
          <p:nvPr>
            <p:ph idx="1" type="body"/>
          </p:nvPr>
        </p:nvSpPr>
        <p:spPr>
          <a:xfrm>
            <a:off x="722313" y="2547938"/>
            <a:ext cx="7772400" cy="1338262"/>
          </a:xfrm>
          <a:prstGeom prst="rect">
            <a:avLst/>
          </a:prstGeom>
          <a:noFill/>
          <a:ln>
            <a:noFill/>
          </a:ln>
        </p:spPr>
        <p:txBody>
          <a:bodyPr anchorCtr="0" anchor="t" bIns="45700" lIns="91425" spcFirstLastPara="1" rIns="91425" wrap="square" tIns="45700">
            <a:noAutofit/>
          </a:bodyPr>
          <a:lstStyle>
            <a:lvl1pPr indent="-228600" lvl="0" marL="457200" algn="l">
              <a:spcBef>
                <a:spcPts val="580"/>
              </a:spcBef>
              <a:spcAft>
                <a:spcPts val="0"/>
              </a:spcAft>
              <a:buSzPts val="2040"/>
              <a:buNone/>
              <a:defRPr sz="2400">
                <a:solidFill>
                  <a:srgbClr val="888888"/>
                </a:solidFill>
              </a:defRPr>
            </a:lvl1pPr>
            <a:lvl2pPr indent="-228600" lvl="1" marL="914400" algn="l">
              <a:spcBef>
                <a:spcPts val="370"/>
              </a:spcBef>
              <a:spcAft>
                <a:spcPts val="0"/>
              </a:spcAft>
              <a:buSzPts val="1530"/>
              <a:buNone/>
              <a:defRPr sz="1800">
                <a:solidFill>
                  <a:srgbClr val="888888"/>
                </a:solidFill>
              </a:defRPr>
            </a:lvl2pPr>
            <a:lvl3pPr indent="-228600" lvl="2" marL="1371600" algn="l">
              <a:spcBef>
                <a:spcPts val="370"/>
              </a:spcBef>
              <a:spcAft>
                <a:spcPts val="0"/>
              </a:spcAft>
              <a:buSzPts val="1360"/>
              <a:buNone/>
              <a:defRPr sz="1600">
                <a:solidFill>
                  <a:srgbClr val="888888"/>
                </a:solidFill>
              </a:defRPr>
            </a:lvl3pPr>
            <a:lvl4pPr indent="-228600" lvl="3" marL="1828800" algn="l">
              <a:spcBef>
                <a:spcPts val="370"/>
              </a:spcBef>
              <a:spcAft>
                <a:spcPts val="0"/>
              </a:spcAft>
              <a:buSzPts val="1120"/>
              <a:buNone/>
              <a:defRPr sz="1400">
                <a:solidFill>
                  <a:srgbClr val="888888"/>
                </a:solidFill>
              </a:defRPr>
            </a:lvl4pPr>
            <a:lvl5pPr indent="-228600" lvl="4" marL="2286000" algn="l">
              <a:spcBef>
                <a:spcPts val="370"/>
              </a:spcBef>
              <a:spcAft>
                <a:spcPts val="0"/>
              </a:spcAft>
              <a:buSzPts val="1400"/>
              <a:buFont typeface="Libre Baskerville"/>
              <a:buNone/>
              <a:defRPr sz="1400">
                <a:solidFill>
                  <a:srgbClr val="888888"/>
                </a:solidFill>
              </a:defRPr>
            </a:lvl5pPr>
            <a:lvl6pPr indent="-342900" lvl="5" marL="2743200" algn="l">
              <a:spcBef>
                <a:spcPts val="370"/>
              </a:spcBef>
              <a:spcAft>
                <a:spcPts val="0"/>
              </a:spcAft>
              <a:buSzPts val="1800"/>
              <a:buChar char="•"/>
              <a:defRPr/>
            </a:lvl6pPr>
            <a:lvl7pPr indent="-342900" lvl="6" marL="3200400" algn="l">
              <a:spcBef>
                <a:spcPts val="370"/>
              </a:spcBef>
              <a:spcAft>
                <a:spcPts val="0"/>
              </a:spcAft>
              <a:buSzPts val="1800"/>
              <a:buChar char="•"/>
              <a:defRPr/>
            </a:lvl7pPr>
            <a:lvl8pPr indent="-342900" lvl="7" marL="3657600" algn="l">
              <a:spcBef>
                <a:spcPts val="370"/>
              </a:spcBef>
              <a:spcAft>
                <a:spcPts val="0"/>
              </a:spcAft>
              <a:buSzPts val="1800"/>
              <a:buChar char="•"/>
              <a:defRPr/>
            </a:lvl8pPr>
            <a:lvl9pPr indent="-342900" lvl="8" marL="4114800" algn="l">
              <a:spcBef>
                <a:spcPts val="370"/>
              </a:spcBef>
              <a:spcAft>
                <a:spcPts val="0"/>
              </a:spcAft>
              <a:buSzPts val="1800"/>
              <a:buChar char="•"/>
              <a:defRPr/>
            </a:lvl9pPr>
          </a:lstStyle>
          <a:p/>
        </p:txBody>
      </p:sp>
      <p:sp>
        <p:nvSpPr>
          <p:cNvPr id="49" name="Google Shape;49;p5"/>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Clr>
                <a:schemeClr val="dk2"/>
              </a:buClr>
              <a:buSzPts val="1800"/>
              <a:buNone/>
              <a:defRPr/>
            </a:lvl1pPr>
            <a:lvl2pPr lvl="1" algn="ctr">
              <a:lnSpc>
                <a:spcPct val="100000"/>
              </a:lnSpc>
              <a:spcBef>
                <a:spcPts val="0"/>
              </a:spcBef>
              <a:spcAft>
                <a:spcPts val="0"/>
              </a:spcAft>
              <a:buClr>
                <a:schemeClr val="dk1"/>
              </a:buClr>
              <a:buSzPts val="1800"/>
              <a:buNone/>
              <a:defRPr/>
            </a:lvl2pPr>
            <a:lvl3pPr lvl="2" algn="ctr">
              <a:lnSpc>
                <a:spcPct val="100000"/>
              </a:lnSpc>
              <a:spcBef>
                <a:spcPts val="0"/>
              </a:spcBef>
              <a:spcAft>
                <a:spcPts val="0"/>
              </a:spcAft>
              <a:buClr>
                <a:schemeClr val="dk1"/>
              </a:buClr>
              <a:buSzPts val="1800"/>
              <a:buNone/>
              <a:defRPr/>
            </a:lvl3pPr>
            <a:lvl4pPr lvl="3" algn="ctr">
              <a:lnSpc>
                <a:spcPct val="100000"/>
              </a:lnSpc>
              <a:spcBef>
                <a:spcPts val="0"/>
              </a:spcBef>
              <a:spcAft>
                <a:spcPts val="0"/>
              </a:spcAft>
              <a:buClr>
                <a:schemeClr val="dk1"/>
              </a:buClr>
              <a:buSzPts val="1800"/>
              <a:buNone/>
              <a:defRPr/>
            </a:lvl4pPr>
            <a:lvl5pPr lvl="4" algn="ctr">
              <a:lnSpc>
                <a:spcPct val="100000"/>
              </a:lnSpc>
              <a:spcBef>
                <a:spcPts val="0"/>
              </a:spcBef>
              <a:spcAft>
                <a:spcPts val="0"/>
              </a:spcAft>
              <a:buClr>
                <a:schemeClr val="dk1"/>
              </a:buClr>
              <a:buSzPts val="1800"/>
              <a:buNone/>
              <a:defRPr/>
            </a:lvl5pPr>
            <a:lvl6pPr lvl="5" algn="ctr">
              <a:lnSpc>
                <a:spcPct val="100000"/>
              </a:lnSpc>
              <a:spcBef>
                <a:spcPts val="0"/>
              </a:spcBef>
              <a:spcAft>
                <a:spcPts val="0"/>
              </a:spcAft>
              <a:buClr>
                <a:schemeClr val="dk1"/>
              </a:buClr>
              <a:buSzPts val="1800"/>
              <a:buNone/>
              <a:defRPr/>
            </a:lvl6pPr>
            <a:lvl7pPr lvl="6" algn="ctr">
              <a:lnSpc>
                <a:spcPct val="100000"/>
              </a:lnSpc>
              <a:spcBef>
                <a:spcPts val="0"/>
              </a:spcBef>
              <a:spcAft>
                <a:spcPts val="0"/>
              </a:spcAft>
              <a:buClr>
                <a:schemeClr val="dk1"/>
              </a:buClr>
              <a:buSzPts val="1800"/>
              <a:buNone/>
              <a:defRPr/>
            </a:lvl7pPr>
            <a:lvl8pPr lvl="7" algn="ctr">
              <a:lnSpc>
                <a:spcPct val="100000"/>
              </a:lnSpc>
              <a:spcBef>
                <a:spcPts val="0"/>
              </a:spcBef>
              <a:spcAft>
                <a:spcPts val="0"/>
              </a:spcAft>
              <a:buClr>
                <a:schemeClr val="dk1"/>
              </a:buClr>
              <a:buSzPts val="1800"/>
              <a:buNone/>
              <a:defRPr/>
            </a:lvl8pPr>
            <a:lvl9pPr lvl="8" algn="ctr">
              <a:lnSpc>
                <a:spcPct val="100000"/>
              </a:lnSpc>
              <a:spcBef>
                <a:spcPts val="0"/>
              </a:spcBef>
              <a:spcAft>
                <a:spcPts val="0"/>
              </a:spcAft>
              <a:buClr>
                <a:schemeClr val="dk1"/>
              </a:buClr>
              <a:buSzPts val="1800"/>
              <a:buNone/>
              <a:defRPr/>
            </a:lvl9pPr>
          </a:lstStyle>
          <a:p/>
        </p:txBody>
      </p:sp>
      <p:sp>
        <p:nvSpPr>
          <p:cNvPr id="50" name="Google Shape;50;p5"/>
          <p:cNvSpPr txBox="1"/>
          <p:nvPr>
            <p:ph idx="11" type="ftr"/>
          </p:nvPr>
        </p:nvSpPr>
        <p:spPr>
          <a:xfrm>
            <a:off x="800100" y="6172200"/>
            <a:ext cx="4000500" cy="4572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chemeClr val="dk2"/>
              </a:buClr>
              <a:buSzPts val="1800"/>
              <a:buNone/>
              <a:defRPr/>
            </a:lvl1pPr>
            <a:lvl2pPr lvl="1" algn="ctr">
              <a:lnSpc>
                <a:spcPct val="100000"/>
              </a:lnSpc>
              <a:spcBef>
                <a:spcPts val="0"/>
              </a:spcBef>
              <a:spcAft>
                <a:spcPts val="0"/>
              </a:spcAft>
              <a:buClr>
                <a:schemeClr val="dk1"/>
              </a:buClr>
              <a:buSzPts val="1800"/>
              <a:buNone/>
              <a:defRPr/>
            </a:lvl2pPr>
            <a:lvl3pPr lvl="2" algn="ctr">
              <a:lnSpc>
                <a:spcPct val="100000"/>
              </a:lnSpc>
              <a:spcBef>
                <a:spcPts val="0"/>
              </a:spcBef>
              <a:spcAft>
                <a:spcPts val="0"/>
              </a:spcAft>
              <a:buClr>
                <a:schemeClr val="dk1"/>
              </a:buClr>
              <a:buSzPts val="1800"/>
              <a:buNone/>
              <a:defRPr/>
            </a:lvl3pPr>
            <a:lvl4pPr lvl="3" algn="ctr">
              <a:lnSpc>
                <a:spcPct val="100000"/>
              </a:lnSpc>
              <a:spcBef>
                <a:spcPts val="0"/>
              </a:spcBef>
              <a:spcAft>
                <a:spcPts val="0"/>
              </a:spcAft>
              <a:buClr>
                <a:schemeClr val="dk1"/>
              </a:buClr>
              <a:buSzPts val="1800"/>
              <a:buNone/>
              <a:defRPr/>
            </a:lvl4pPr>
            <a:lvl5pPr lvl="4" algn="ctr">
              <a:lnSpc>
                <a:spcPct val="100000"/>
              </a:lnSpc>
              <a:spcBef>
                <a:spcPts val="0"/>
              </a:spcBef>
              <a:spcAft>
                <a:spcPts val="0"/>
              </a:spcAft>
              <a:buClr>
                <a:schemeClr val="dk1"/>
              </a:buClr>
              <a:buSzPts val="1800"/>
              <a:buNone/>
              <a:defRPr/>
            </a:lvl5pPr>
            <a:lvl6pPr lvl="5" algn="ctr">
              <a:lnSpc>
                <a:spcPct val="100000"/>
              </a:lnSpc>
              <a:spcBef>
                <a:spcPts val="0"/>
              </a:spcBef>
              <a:spcAft>
                <a:spcPts val="0"/>
              </a:spcAft>
              <a:buClr>
                <a:schemeClr val="dk1"/>
              </a:buClr>
              <a:buSzPts val="1800"/>
              <a:buNone/>
              <a:defRPr/>
            </a:lvl6pPr>
            <a:lvl7pPr lvl="6" algn="ctr">
              <a:lnSpc>
                <a:spcPct val="100000"/>
              </a:lnSpc>
              <a:spcBef>
                <a:spcPts val="0"/>
              </a:spcBef>
              <a:spcAft>
                <a:spcPts val="0"/>
              </a:spcAft>
              <a:buClr>
                <a:schemeClr val="dk1"/>
              </a:buClr>
              <a:buSzPts val="1800"/>
              <a:buNone/>
              <a:defRPr/>
            </a:lvl7pPr>
            <a:lvl8pPr lvl="7" algn="ctr">
              <a:lnSpc>
                <a:spcPct val="100000"/>
              </a:lnSpc>
              <a:spcBef>
                <a:spcPts val="0"/>
              </a:spcBef>
              <a:spcAft>
                <a:spcPts val="0"/>
              </a:spcAft>
              <a:buClr>
                <a:schemeClr val="dk1"/>
              </a:buClr>
              <a:buSzPts val="1800"/>
              <a:buNone/>
              <a:defRPr/>
            </a:lvl8pPr>
            <a:lvl9pPr lvl="8" algn="ctr">
              <a:lnSpc>
                <a:spcPct val="100000"/>
              </a:lnSpc>
              <a:spcBef>
                <a:spcPts val="0"/>
              </a:spcBef>
              <a:spcAft>
                <a:spcPts val="0"/>
              </a:spcAft>
              <a:buClr>
                <a:schemeClr val="dk1"/>
              </a:buClr>
              <a:buSzPts val="1800"/>
              <a:buNone/>
              <a:defRPr/>
            </a:lvl9pPr>
          </a:lstStyle>
          <a:p/>
        </p:txBody>
      </p:sp>
      <p:sp>
        <p:nvSpPr>
          <p:cNvPr id="51" name="Google Shape;51;p5"/>
          <p:cNvSpPr/>
          <p:nvPr>
            <p:ph idx="12" type="sldNum"/>
          </p:nvPr>
        </p:nvSpPr>
        <p:spPr>
          <a:xfrm>
            <a:off x="146050" y="6208713"/>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1pPr>
            <a:lvl2pPr indent="0" lvl="1"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2pPr>
            <a:lvl3pPr indent="0" lvl="2"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3pPr>
            <a:lvl4pPr indent="0" lvl="3"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4pPr>
            <a:lvl5pPr indent="0" lvl="4"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5pPr>
            <a:lvl6pPr indent="0" lvl="5"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6pPr>
            <a:lvl7pPr indent="0" lvl="6"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7pPr>
            <a:lvl8pPr indent="0" lvl="7"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8pPr>
            <a:lvl9pPr indent="0" lvl="8"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9pPr>
          </a:lstStyle>
          <a:p>
            <a:pPr indent="0" lvl="0" marL="0" rtl="0" algn="ct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2" name="Shape 52"/>
        <p:cNvGrpSpPr/>
        <p:nvPr/>
      </p:nvGrpSpPr>
      <p:grpSpPr>
        <a:xfrm>
          <a:off x="0" y="0"/>
          <a:ext cx="0" cy="0"/>
          <a:chOff x="0" y="0"/>
          <a:chExt cx="0" cy="0"/>
        </a:xfrm>
      </p:grpSpPr>
      <p:sp>
        <p:nvSpPr>
          <p:cNvPr id="53" name="Google Shape;53;p6"/>
          <p:cNvSpPr txBox="1"/>
          <p:nvPr>
            <p:ph type="title"/>
          </p:nvPr>
        </p:nvSpPr>
        <p:spPr>
          <a:xfrm>
            <a:off x="914400" y="273050"/>
            <a:ext cx="7772400" cy="1143000"/>
          </a:xfrm>
          <a:prstGeom prst="rect">
            <a:avLst/>
          </a:prstGeom>
          <a:noFill/>
          <a:ln>
            <a:noFill/>
          </a:ln>
        </p:spPr>
        <p:txBody>
          <a:bodyPr anchorCtr="0" anchor="b" bIns="91425" lIns="91425" spcFirstLastPara="1" rIns="91425" wrap="square" tIns="45700">
            <a:noAutofit/>
          </a:bodyPr>
          <a:lstStyle>
            <a:lvl1pPr lvl="0" algn="l">
              <a:spcBef>
                <a:spcPts val="0"/>
              </a:spcBef>
              <a:spcAft>
                <a:spcPts val="0"/>
              </a:spcAft>
              <a:buClr>
                <a:schemeClr val="dk2"/>
              </a:buClr>
              <a:buSzPts val="4000"/>
              <a:buFont typeface="Libre Franklin"/>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4" name="Google Shape;54;p6"/>
          <p:cNvSpPr txBox="1"/>
          <p:nvPr>
            <p:ph idx="1" type="body"/>
          </p:nvPr>
        </p:nvSpPr>
        <p:spPr>
          <a:xfrm>
            <a:off x="914400" y="1447800"/>
            <a:ext cx="3733800" cy="762000"/>
          </a:xfrm>
          <a:prstGeom prst="rect">
            <a:avLst/>
          </a:prstGeom>
          <a:noFill/>
          <a:ln>
            <a:noFill/>
          </a:ln>
        </p:spPr>
        <p:txBody>
          <a:bodyPr anchorCtr="0" anchor="b" bIns="45700" lIns="91425" spcFirstLastPara="1" rIns="91425" wrap="square" tIns="45700">
            <a:noAutofit/>
          </a:bodyPr>
          <a:lstStyle>
            <a:lvl1pPr indent="-228600" lvl="0" marL="457200" algn="l">
              <a:spcBef>
                <a:spcPts val="580"/>
              </a:spcBef>
              <a:spcAft>
                <a:spcPts val="0"/>
              </a:spcAft>
              <a:buSzPts val="2040"/>
              <a:buNone/>
              <a:defRPr b="1" sz="2400">
                <a:solidFill>
                  <a:schemeClr val="accent1"/>
                </a:solidFill>
                <a:latin typeface="Libre Franklin"/>
                <a:ea typeface="Libre Franklin"/>
                <a:cs typeface="Libre Franklin"/>
                <a:sym typeface="Libre Franklin"/>
              </a:defRPr>
            </a:lvl1pPr>
            <a:lvl2pPr indent="-228600" lvl="1" marL="914400" algn="l">
              <a:spcBef>
                <a:spcPts val="370"/>
              </a:spcBef>
              <a:spcAft>
                <a:spcPts val="0"/>
              </a:spcAft>
              <a:buSzPts val="1700"/>
              <a:buNone/>
              <a:defRPr b="1" sz="2000"/>
            </a:lvl2pPr>
            <a:lvl3pPr indent="-228600" lvl="2" marL="1371600" algn="l">
              <a:spcBef>
                <a:spcPts val="370"/>
              </a:spcBef>
              <a:spcAft>
                <a:spcPts val="0"/>
              </a:spcAft>
              <a:buSzPts val="1530"/>
              <a:buNone/>
              <a:defRPr b="1" sz="1800"/>
            </a:lvl3pPr>
            <a:lvl4pPr indent="-228600" lvl="3" marL="1828800" algn="l">
              <a:spcBef>
                <a:spcPts val="370"/>
              </a:spcBef>
              <a:spcAft>
                <a:spcPts val="0"/>
              </a:spcAft>
              <a:buSzPts val="1280"/>
              <a:buNone/>
              <a:defRPr b="1" sz="1600"/>
            </a:lvl4pPr>
            <a:lvl5pPr indent="-228600" lvl="4" marL="2286000" algn="l">
              <a:spcBef>
                <a:spcPts val="370"/>
              </a:spcBef>
              <a:spcAft>
                <a:spcPts val="0"/>
              </a:spcAft>
              <a:buSzPts val="1600"/>
              <a:buFont typeface="Libre Baskerville"/>
              <a:buNone/>
              <a:defRPr b="1" sz="1600"/>
            </a:lvl5pPr>
            <a:lvl6pPr indent="-342900" lvl="5" marL="2743200" algn="l">
              <a:spcBef>
                <a:spcPts val="370"/>
              </a:spcBef>
              <a:spcAft>
                <a:spcPts val="0"/>
              </a:spcAft>
              <a:buSzPts val="1800"/>
              <a:buChar char="•"/>
              <a:defRPr/>
            </a:lvl6pPr>
            <a:lvl7pPr indent="-342900" lvl="6" marL="3200400" algn="l">
              <a:spcBef>
                <a:spcPts val="370"/>
              </a:spcBef>
              <a:spcAft>
                <a:spcPts val="0"/>
              </a:spcAft>
              <a:buSzPts val="1800"/>
              <a:buChar char="•"/>
              <a:defRPr/>
            </a:lvl7pPr>
            <a:lvl8pPr indent="-342900" lvl="7" marL="3657600" algn="l">
              <a:spcBef>
                <a:spcPts val="370"/>
              </a:spcBef>
              <a:spcAft>
                <a:spcPts val="0"/>
              </a:spcAft>
              <a:buSzPts val="1800"/>
              <a:buChar char="•"/>
              <a:defRPr/>
            </a:lvl8pPr>
            <a:lvl9pPr indent="-342900" lvl="8" marL="4114800" algn="l">
              <a:spcBef>
                <a:spcPts val="370"/>
              </a:spcBef>
              <a:spcAft>
                <a:spcPts val="0"/>
              </a:spcAft>
              <a:buSzPts val="1800"/>
              <a:buChar char="•"/>
              <a:defRPr/>
            </a:lvl9pPr>
          </a:lstStyle>
          <a:p/>
        </p:txBody>
      </p:sp>
      <p:sp>
        <p:nvSpPr>
          <p:cNvPr id="55" name="Google Shape;55;p6"/>
          <p:cNvSpPr txBox="1"/>
          <p:nvPr>
            <p:ph idx="2" type="body"/>
          </p:nvPr>
        </p:nvSpPr>
        <p:spPr>
          <a:xfrm>
            <a:off x="4953000" y="1447800"/>
            <a:ext cx="3733800" cy="762000"/>
          </a:xfrm>
          <a:prstGeom prst="rect">
            <a:avLst/>
          </a:prstGeom>
          <a:noFill/>
          <a:ln>
            <a:noFill/>
          </a:ln>
        </p:spPr>
        <p:txBody>
          <a:bodyPr anchorCtr="0" anchor="b" bIns="45700" lIns="91425" spcFirstLastPara="1" rIns="91425" wrap="square" tIns="45700">
            <a:noAutofit/>
          </a:bodyPr>
          <a:lstStyle>
            <a:lvl1pPr indent="-228600" lvl="0" marL="457200" algn="l">
              <a:spcBef>
                <a:spcPts val="580"/>
              </a:spcBef>
              <a:spcAft>
                <a:spcPts val="0"/>
              </a:spcAft>
              <a:buSzPts val="2040"/>
              <a:buNone/>
              <a:defRPr b="1" sz="2400">
                <a:solidFill>
                  <a:schemeClr val="accent1"/>
                </a:solidFill>
                <a:latin typeface="Libre Franklin"/>
                <a:ea typeface="Libre Franklin"/>
                <a:cs typeface="Libre Franklin"/>
                <a:sym typeface="Libre Franklin"/>
              </a:defRPr>
            </a:lvl1pPr>
            <a:lvl2pPr indent="-228600" lvl="1" marL="914400" algn="l">
              <a:spcBef>
                <a:spcPts val="370"/>
              </a:spcBef>
              <a:spcAft>
                <a:spcPts val="0"/>
              </a:spcAft>
              <a:buSzPts val="1700"/>
              <a:buNone/>
              <a:defRPr b="1" sz="2000"/>
            </a:lvl2pPr>
            <a:lvl3pPr indent="-228600" lvl="2" marL="1371600" algn="l">
              <a:spcBef>
                <a:spcPts val="370"/>
              </a:spcBef>
              <a:spcAft>
                <a:spcPts val="0"/>
              </a:spcAft>
              <a:buSzPts val="1530"/>
              <a:buNone/>
              <a:defRPr b="1" sz="1800"/>
            </a:lvl3pPr>
            <a:lvl4pPr indent="-228600" lvl="3" marL="1828800" algn="l">
              <a:spcBef>
                <a:spcPts val="370"/>
              </a:spcBef>
              <a:spcAft>
                <a:spcPts val="0"/>
              </a:spcAft>
              <a:buSzPts val="1280"/>
              <a:buNone/>
              <a:defRPr b="1" sz="1600"/>
            </a:lvl4pPr>
            <a:lvl5pPr indent="-228600" lvl="4" marL="2286000" algn="l">
              <a:spcBef>
                <a:spcPts val="370"/>
              </a:spcBef>
              <a:spcAft>
                <a:spcPts val="0"/>
              </a:spcAft>
              <a:buSzPts val="1600"/>
              <a:buFont typeface="Libre Baskerville"/>
              <a:buNone/>
              <a:defRPr b="1" sz="1600"/>
            </a:lvl5pPr>
            <a:lvl6pPr indent="-342900" lvl="5" marL="2743200" algn="l">
              <a:spcBef>
                <a:spcPts val="370"/>
              </a:spcBef>
              <a:spcAft>
                <a:spcPts val="0"/>
              </a:spcAft>
              <a:buSzPts val="1800"/>
              <a:buChar char="•"/>
              <a:defRPr/>
            </a:lvl6pPr>
            <a:lvl7pPr indent="-342900" lvl="6" marL="3200400" algn="l">
              <a:spcBef>
                <a:spcPts val="370"/>
              </a:spcBef>
              <a:spcAft>
                <a:spcPts val="0"/>
              </a:spcAft>
              <a:buSzPts val="1800"/>
              <a:buChar char="•"/>
              <a:defRPr/>
            </a:lvl7pPr>
            <a:lvl8pPr indent="-342900" lvl="7" marL="3657600" algn="l">
              <a:spcBef>
                <a:spcPts val="370"/>
              </a:spcBef>
              <a:spcAft>
                <a:spcPts val="0"/>
              </a:spcAft>
              <a:buSzPts val="1800"/>
              <a:buChar char="•"/>
              <a:defRPr/>
            </a:lvl8pPr>
            <a:lvl9pPr indent="-342900" lvl="8" marL="4114800" algn="l">
              <a:spcBef>
                <a:spcPts val="370"/>
              </a:spcBef>
              <a:spcAft>
                <a:spcPts val="0"/>
              </a:spcAft>
              <a:buSzPts val="1800"/>
              <a:buChar char="•"/>
              <a:defRPr/>
            </a:lvl9pPr>
          </a:lstStyle>
          <a:p/>
        </p:txBody>
      </p:sp>
      <p:sp>
        <p:nvSpPr>
          <p:cNvPr id="56" name="Google Shape;56;p6"/>
          <p:cNvSpPr txBox="1"/>
          <p:nvPr>
            <p:ph idx="3" type="body"/>
          </p:nvPr>
        </p:nvSpPr>
        <p:spPr>
          <a:xfrm>
            <a:off x="914400" y="2247900"/>
            <a:ext cx="3733800" cy="3886200"/>
          </a:xfrm>
          <a:prstGeom prst="rect">
            <a:avLst/>
          </a:prstGeom>
          <a:noFill/>
          <a:ln>
            <a:noFill/>
          </a:ln>
        </p:spPr>
        <p:txBody>
          <a:bodyPr anchorCtr="0" anchor="t" bIns="45700" lIns="91425" spcFirstLastPara="1" rIns="91425" wrap="square" tIns="45700">
            <a:noAutofit/>
          </a:bodyPr>
          <a:lstStyle>
            <a:lvl1pPr indent="-325755" lvl="0" marL="457200" algn="l">
              <a:spcBef>
                <a:spcPts val="580"/>
              </a:spcBef>
              <a:spcAft>
                <a:spcPts val="0"/>
              </a:spcAft>
              <a:buSzPts val="1530"/>
              <a:buChar char="⚫"/>
              <a:defRPr/>
            </a:lvl1pPr>
            <a:lvl2pPr indent="-325755" lvl="1" marL="914400" algn="l">
              <a:spcBef>
                <a:spcPts val="370"/>
              </a:spcBef>
              <a:spcAft>
                <a:spcPts val="0"/>
              </a:spcAft>
              <a:buSzPts val="1530"/>
              <a:buChar char="⚫"/>
              <a:defRPr/>
            </a:lvl2pPr>
            <a:lvl3pPr indent="-325755" lvl="2" marL="1371600" algn="l">
              <a:spcBef>
                <a:spcPts val="370"/>
              </a:spcBef>
              <a:spcAft>
                <a:spcPts val="0"/>
              </a:spcAft>
              <a:buSzPts val="1530"/>
              <a:buChar char="⚫"/>
              <a:defRPr/>
            </a:lvl3pPr>
            <a:lvl4pPr indent="-320039" lvl="3" marL="1828800" algn="l">
              <a:spcBef>
                <a:spcPts val="370"/>
              </a:spcBef>
              <a:spcAft>
                <a:spcPts val="0"/>
              </a:spcAft>
              <a:buSzPts val="1440"/>
              <a:buChar char="⚫"/>
              <a:defRPr/>
            </a:lvl4pPr>
            <a:lvl5pPr indent="-342900" lvl="4" marL="2286000" algn="l">
              <a:spcBef>
                <a:spcPts val="370"/>
              </a:spcBef>
              <a:spcAft>
                <a:spcPts val="0"/>
              </a:spcAft>
              <a:buSzPts val="1800"/>
              <a:buChar char="o"/>
              <a:defRPr/>
            </a:lvl5pPr>
            <a:lvl6pPr indent="-342900" lvl="5" marL="2743200" algn="l">
              <a:spcBef>
                <a:spcPts val="370"/>
              </a:spcBef>
              <a:spcAft>
                <a:spcPts val="0"/>
              </a:spcAft>
              <a:buSzPts val="1800"/>
              <a:buChar char="•"/>
              <a:defRPr/>
            </a:lvl6pPr>
            <a:lvl7pPr indent="-342900" lvl="6" marL="3200400" algn="l">
              <a:spcBef>
                <a:spcPts val="370"/>
              </a:spcBef>
              <a:spcAft>
                <a:spcPts val="0"/>
              </a:spcAft>
              <a:buSzPts val="1800"/>
              <a:buChar char="•"/>
              <a:defRPr/>
            </a:lvl7pPr>
            <a:lvl8pPr indent="-342900" lvl="7" marL="3657600" algn="l">
              <a:spcBef>
                <a:spcPts val="370"/>
              </a:spcBef>
              <a:spcAft>
                <a:spcPts val="0"/>
              </a:spcAft>
              <a:buSzPts val="1800"/>
              <a:buChar char="•"/>
              <a:defRPr/>
            </a:lvl8pPr>
            <a:lvl9pPr indent="-342900" lvl="8" marL="4114800" algn="l">
              <a:spcBef>
                <a:spcPts val="370"/>
              </a:spcBef>
              <a:spcAft>
                <a:spcPts val="0"/>
              </a:spcAft>
              <a:buSzPts val="1800"/>
              <a:buChar char="•"/>
              <a:defRPr/>
            </a:lvl9pPr>
          </a:lstStyle>
          <a:p/>
        </p:txBody>
      </p:sp>
      <p:sp>
        <p:nvSpPr>
          <p:cNvPr id="57" name="Google Shape;57;p6"/>
          <p:cNvSpPr txBox="1"/>
          <p:nvPr>
            <p:ph idx="4" type="body"/>
          </p:nvPr>
        </p:nvSpPr>
        <p:spPr>
          <a:xfrm>
            <a:off x="4953000" y="2247900"/>
            <a:ext cx="3733800" cy="3886200"/>
          </a:xfrm>
          <a:prstGeom prst="rect">
            <a:avLst/>
          </a:prstGeom>
          <a:noFill/>
          <a:ln>
            <a:noFill/>
          </a:ln>
        </p:spPr>
        <p:txBody>
          <a:bodyPr anchorCtr="0" anchor="t" bIns="45700" lIns="91425" spcFirstLastPara="1" rIns="91425" wrap="square" tIns="45700">
            <a:noAutofit/>
          </a:bodyPr>
          <a:lstStyle>
            <a:lvl1pPr indent="-325755" lvl="0" marL="457200" algn="l">
              <a:spcBef>
                <a:spcPts val="580"/>
              </a:spcBef>
              <a:spcAft>
                <a:spcPts val="0"/>
              </a:spcAft>
              <a:buSzPts val="1530"/>
              <a:buChar char="⚫"/>
              <a:defRPr/>
            </a:lvl1pPr>
            <a:lvl2pPr indent="-325755" lvl="1" marL="914400" algn="l">
              <a:spcBef>
                <a:spcPts val="370"/>
              </a:spcBef>
              <a:spcAft>
                <a:spcPts val="0"/>
              </a:spcAft>
              <a:buSzPts val="1530"/>
              <a:buChar char="⚫"/>
              <a:defRPr/>
            </a:lvl2pPr>
            <a:lvl3pPr indent="-325755" lvl="2" marL="1371600" algn="l">
              <a:spcBef>
                <a:spcPts val="370"/>
              </a:spcBef>
              <a:spcAft>
                <a:spcPts val="0"/>
              </a:spcAft>
              <a:buSzPts val="1530"/>
              <a:buChar char="⚫"/>
              <a:defRPr/>
            </a:lvl3pPr>
            <a:lvl4pPr indent="-320039" lvl="3" marL="1828800" algn="l">
              <a:spcBef>
                <a:spcPts val="370"/>
              </a:spcBef>
              <a:spcAft>
                <a:spcPts val="0"/>
              </a:spcAft>
              <a:buSzPts val="1440"/>
              <a:buChar char="⚫"/>
              <a:defRPr/>
            </a:lvl4pPr>
            <a:lvl5pPr indent="-342900" lvl="4" marL="2286000" algn="l">
              <a:spcBef>
                <a:spcPts val="370"/>
              </a:spcBef>
              <a:spcAft>
                <a:spcPts val="0"/>
              </a:spcAft>
              <a:buSzPts val="1800"/>
              <a:buChar char="o"/>
              <a:defRPr/>
            </a:lvl5pPr>
            <a:lvl6pPr indent="-342900" lvl="5" marL="2743200" algn="l">
              <a:spcBef>
                <a:spcPts val="370"/>
              </a:spcBef>
              <a:spcAft>
                <a:spcPts val="0"/>
              </a:spcAft>
              <a:buSzPts val="1800"/>
              <a:buChar char="•"/>
              <a:defRPr/>
            </a:lvl6pPr>
            <a:lvl7pPr indent="-342900" lvl="6" marL="3200400" algn="l">
              <a:spcBef>
                <a:spcPts val="370"/>
              </a:spcBef>
              <a:spcAft>
                <a:spcPts val="0"/>
              </a:spcAft>
              <a:buSzPts val="1800"/>
              <a:buChar char="•"/>
              <a:defRPr/>
            </a:lvl7pPr>
            <a:lvl8pPr indent="-342900" lvl="7" marL="3657600" algn="l">
              <a:spcBef>
                <a:spcPts val="370"/>
              </a:spcBef>
              <a:spcAft>
                <a:spcPts val="0"/>
              </a:spcAft>
              <a:buSzPts val="1800"/>
              <a:buChar char="•"/>
              <a:defRPr/>
            </a:lvl8pPr>
            <a:lvl9pPr indent="-342900" lvl="8" marL="4114800" algn="l">
              <a:spcBef>
                <a:spcPts val="370"/>
              </a:spcBef>
              <a:spcAft>
                <a:spcPts val="0"/>
              </a:spcAft>
              <a:buSzPts val="1800"/>
              <a:buChar char="•"/>
              <a:defRPr/>
            </a:lvl9pPr>
          </a:lstStyle>
          <a:p/>
        </p:txBody>
      </p:sp>
      <p:sp>
        <p:nvSpPr>
          <p:cNvPr id="58" name="Google Shape;58;p6"/>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Clr>
                <a:schemeClr val="dk2"/>
              </a:buClr>
              <a:buSzPts val="1800"/>
              <a:buNone/>
              <a:defRPr/>
            </a:lvl1pPr>
            <a:lvl2pPr lvl="1" algn="ctr">
              <a:lnSpc>
                <a:spcPct val="100000"/>
              </a:lnSpc>
              <a:spcBef>
                <a:spcPts val="0"/>
              </a:spcBef>
              <a:spcAft>
                <a:spcPts val="0"/>
              </a:spcAft>
              <a:buClr>
                <a:schemeClr val="dk1"/>
              </a:buClr>
              <a:buSzPts val="1800"/>
              <a:buNone/>
              <a:defRPr/>
            </a:lvl2pPr>
            <a:lvl3pPr lvl="2" algn="ctr">
              <a:lnSpc>
                <a:spcPct val="100000"/>
              </a:lnSpc>
              <a:spcBef>
                <a:spcPts val="0"/>
              </a:spcBef>
              <a:spcAft>
                <a:spcPts val="0"/>
              </a:spcAft>
              <a:buClr>
                <a:schemeClr val="dk1"/>
              </a:buClr>
              <a:buSzPts val="1800"/>
              <a:buNone/>
              <a:defRPr/>
            </a:lvl3pPr>
            <a:lvl4pPr lvl="3" algn="ctr">
              <a:lnSpc>
                <a:spcPct val="100000"/>
              </a:lnSpc>
              <a:spcBef>
                <a:spcPts val="0"/>
              </a:spcBef>
              <a:spcAft>
                <a:spcPts val="0"/>
              </a:spcAft>
              <a:buClr>
                <a:schemeClr val="dk1"/>
              </a:buClr>
              <a:buSzPts val="1800"/>
              <a:buNone/>
              <a:defRPr/>
            </a:lvl4pPr>
            <a:lvl5pPr lvl="4" algn="ctr">
              <a:lnSpc>
                <a:spcPct val="100000"/>
              </a:lnSpc>
              <a:spcBef>
                <a:spcPts val="0"/>
              </a:spcBef>
              <a:spcAft>
                <a:spcPts val="0"/>
              </a:spcAft>
              <a:buClr>
                <a:schemeClr val="dk1"/>
              </a:buClr>
              <a:buSzPts val="1800"/>
              <a:buNone/>
              <a:defRPr/>
            </a:lvl5pPr>
            <a:lvl6pPr lvl="5" algn="ctr">
              <a:lnSpc>
                <a:spcPct val="100000"/>
              </a:lnSpc>
              <a:spcBef>
                <a:spcPts val="0"/>
              </a:spcBef>
              <a:spcAft>
                <a:spcPts val="0"/>
              </a:spcAft>
              <a:buClr>
                <a:schemeClr val="dk1"/>
              </a:buClr>
              <a:buSzPts val="1800"/>
              <a:buNone/>
              <a:defRPr/>
            </a:lvl6pPr>
            <a:lvl7pPr lvl="6" algn="ctr">
              <a:lnSpc>
                <a:spcPct val="100000"/>
              </a:lnSpc>
              <a:spcBef>
                <a:spcPts val="0"/>
              </a:spcBef>
              <a:spcAft>
                <a:spcPts val="0"/>
              </a:spcAft>
              <a:buClr>
                <a:schemeClr val="dk1"/>
              </a:buClr>
              <a:buSzPts val="1800"/>
              <a:buNone/>
              <a:defRPr/>
            </a:lvl7pPr>
            <a:lvl8pPr lvl="7" algn="ctr">
              <a:lnSpc>
                <a:spcPct val="100000"/>
              </a:lnSpc>
              <a:spcBef>
                <a:spcPts val="0"/>
              </a:spcBef>
              <a:spcAft>
                <a:spcPts val="0"/>
              </a:spcAft>
              <a:buClr>
                <a:schemeClr val="dk1"/>
              </a:buClr>
              <a:buSzPts val="1800"/>
              <a:buNone/>
              <a:defRPr/>
            </a:lvl8pPr>
            <a:lvl9pPr lvl="8" algn="ctr">
              <a:lnSpc>
                <a:spcPct val="100000"/>
              </a:lnSpc>
              <a:spcBef>
                <a:spcPts val="0"/>
              </a:spcBef>
              <a:spcAft>
                <a:spcPts val="0"/>
              </a:spcAft>
              <a:buClr>
                <a:schemeClr val="dk1"/>
              </a:buClr>
              <a:buSzPts val="1800"/>
              <a:buNone/>
              <a:defRPr/>
            </a:lvl9pPr>
          </a:lstStyle>
          <a:p/>
        </p:txBody>
      </p:sp>
      <p:sp>
        <p:nvSpPr>
          <p:cNvPr id="59" name="Google Shape;59;p6"/>
          <p:cNvSpPr txBox="1"/>
          <p:nvPr>
            <p:ph idx="11" type="ftr"/>
          </p:nvPr>
        </p:nvSpPr>
        <p:spPr>
          <a:xfrm>
            <a:off x="914400" y="6172200"/>
            <a:ext cx="3962400" cy="4572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chemeClr val="dk2"/>
              </a:buClr>
              <a:buSzPts val="1800"/>
              <a:buNone/>
              <a:defRPr/>
            </a:lvl1pPr>
            <a:lvl2pPr lvl="1" algn="ctr">
              <a:lnSpc>
                <a:spcPct val="100000"/>
              </a:lnSpc>
              <a:spcBef>
                <a:spcPts val="0"/>
              </a:spcBef>
              <a:spcAft>
                <a:spcPts val="0"/>
              </a:spcAft>
              <a:buClr>
                <a:schemeClr val="dk1"/>
              </a:buClr>
              <a:buSzPts val="1800"/>
              <a:buNone/>
              <a:defRPr/>
            </a:lvl2pPr>
            <a:lvl3pPr lvl="2" algn="ctr">
              <a:lnSpc>
                <a:spcPct val="100000"/>
              </a:lnSpc>
              <a:spcBef>
                <a:spcPts val="0"/>
              </a:spcBef>
              <a:spcAft>
                <a:spcPts val="0"/>
              </a:spcAft>
              <a:buClr>
                <a:schemeClr val="dk1"/>
              </a:buClr>
              <a:buSzPts val="1800"/>
              <a:buNone/>
              <a:defRPr/>
            </a:lvl3pPr>
            <a:lvl4pPr lvl="3" algn="ctr">
              <a:lnSpc>
                <a:spcPct val="100000"/>
              </a:lnSpc>
              <a:spcBef>
                <a:spcPts val="0"/>
              </a:spcBef>
              <a:spcAft>
                <a:spcPts val="0"/>
              </a:spcAft>
              <a:buClr>
                <a:schemeClr val="dk1"/>
              </a:buClr>
              <a:buSzPts val="1800"/>
              <a:buNone/>
              <a:defRPr/>
            </a:lvl4pPr>
            <a:lvl5pPr lvl="4" algn="ctr">
              <a:lnSpc>
                <a:spcPct val="100000"/>
              </a:lnSpc>
              <a:spcBef>
                <a:spcPts val="0"/>
              </a:spcBef>
              <a:spcAft>
                <a:spcPts val="0"/>
              </a:spcAft>
              <a:buClr>
                <a:schemeClr val="dk1"/>
              </a:buClr>
              <a:buSzPts val="1800"/>
              <a:buNone/>
              <a:defRPr/>
            </a:lvl5pPr>
            <a:lvl6pPr lvl="5" algn="ctr">
              <a:lnSpc>
                <a:spcPct val="100000"/>
              </a:lnSpc>
              <a:spcBef>
                <a:spcPts val="0"/>
              </a:spcBef>
              <a:spcAft>
                <a:spcPts val="0"/>
              </a:spcAft>
              <a:buClr>
                <a:schemeClr val="dk1"/>
              </a:buClr>
              <a:buSzPts val="1800"/>
              <a:buNone/>
              <a:defRPr/>
            </a:lvl6pPr>
            <a:lvl7pPr lvl="6" algn="ctr">
              <a:lnSpc>
                <a:spcPct val="100000"/>
              </a:lnSpc>
              <a:spcBef>
                <a:spcPts val="0"/>
              </a:spcBef>
              <a:spcAft>
                <a:spcPts val="0"/>
              </a:spcAft>
              <a:buClr>
                <a:schemeClr val="dk1"/>
              </a:buClr>
              <a:buSzPts val="1800"/>
              <a:buNone/>
              <a:defRPr/>
            </a:lvl7pPr>
            <a:lvl8pPr lvl="7" algn="ctr">
              <a:lnSpc>
                <a:spcPct val="100000"/>
              </a:lnSpc>
              <a:spcBef>
                <a:spcPts val="0"/>
              </a:spcBef>
              <a:spcAft>
                <a:spcPts val="0"/>
              </a:spcAft>
              <a:buClr>
                <a:schemeClr val="dk1"/>
              </a:buClr>
              <a:buSzPts val="1800"/>
              <a:buNone/>
              <a:defRPr/>
            </a:lvl8pPr>
            <a:lvl9pPr lvl="8" algn="ctr">
              <a:lnSpc>
                <a:spcPct val="100000"/>
              </a:lnSpc>
              <a:spcBef>
                <a:spcPts val="0"/>
              </a:spcBef>
              <a:spcAft>
                <a:spcPts val="0"/>
              </a:spcAft>
              <a:buClr>
                <a:schemeClr val="dk1"/>
              </a:buClr>
              <a:buSzPts val="1800"/>
              <a:buNone/>
              <a:defRPr/>
            </a:lvl9pPr>
          </a:lstStyle>
          <a:p/>
        </p:txBody>
      </p:sp>
      <p:sp>
        <p:nvSpPr>
          <p:cNvPr id="60" name="Google Shape;60;p6"/>
          <p:cNvSpPr/>
          <p:nvPr>
            <p:ph idx="12" type="sldNum"/>
          </p:nvPr>
        </p:nvSpPr>
        <p:spPr>
          <a:xfrm>
            <a:off x="146050" y="6210300"/>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1pPr>
            <a:lvl2pPr indent="0" lvl="1"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2pPr>
            <a:lvl3pPr indent="0" lvl="2"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3pPr>
            <a:lvl4pPr indent="0" lvl="3"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4pPr>
            <a:lvl5pPr indent="0" lvl="4"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5pPr>
            <a:lvl6pPr indent="0" lvl="5"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6pPr>
            <a:lvl7pPr indent="0" lvl="6"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7pPr>
            <a:lvl8pPr indent="0" lvl="7"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8pPr>
            <a:lvl9pPr indent="0" lvl="8"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9pPr>
          </a:lstStyle>
          <a:p>
            <a:pPr indent="0" lvl="0" marL="0" rtl="0" algn="ct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1" name="Shape 61"/>
        <p:cNvGrpSpPr/>
        <p:nvPr/>
      </p:nvGrpSpPr>
      <p:grpSpPr>
        <a:xfrm>
          <a:off x="0" y="0"/>
          <a:ext cx="0" cy="0"/>
          <a:chOff x="0" y="0"/>
          <a:chExt cx="0" cy="0"/>
        </a:xfrm>
      </p:grpSpPr>
      <p:sp>
        <p:nvSpPr>
          <p:cNvPr id="62" name="Google Shape;62;p7"/>
          <p:cNvSpPr txBox="1"/>
          <p:nvPr>
            <p:ph type="title"/>
          </p:nvPr>
        </p:nvSpPr>
        <p:spPr>
          <a:xfrm>
            <a:off x="914400" y="274638"/>
            <a:ext cx="7772400" cy="1143000"/>
          </a:xfrm>
          <a:prstGeom prst="rect">
            <a:avLst/>
          </a:prstGeom>
          <a:noFill/>
          <a:ln>
            <a:noFill/>
          </a:ln>
        </p:spPr>
        <p:txBody>
          <a:bodyPr anchorCtr="0" anchor="b" bIns="91425" lIns="91425" spcFirstLastPara="1" rIns="91425" wrap="square" tIns="45700">
            <a:no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7"/>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Clr>
                <a:schemeClr val="dk2"/>
              </a:buClr>
              <a:buSzPts val="1800"/>
              <a:buNone/>
              <a:defRPr/>
            </a:lvl1pPr>
            <a:lvl2pPr lvl="1" algn="ctr">
              <a:lnSpc>
                <a:spcPct val="100000"/>
              </a:lnSpc>
              <a:spcBef>
                <a:spcPts val="0"/>
              </a:spcBef>
              <a:spcAft>
                <a:spcPts val="0"/>
              </a:spcAft>
              <a:buClr>
                <a:schemeClr val="dk1"/>
              </a:buClr>
              <a:buSzPts val="1800"/>
              <a:buNone/>
              <a:defRPr/>
            </a:lvl2pPr>
            <a:lvl3pPr lvl="2" algn="ctr">
              <a:lnSpc>
                <a:spcPct val="100000"/>
              </a:lnSpc>
              <a:spcBef>
                <a:spcPts val="0"/>
              </a:spcBef>
              <a:spcAft>
                <a:spcPts val="0"/>
              </a:spcAft>
              <a:buClr>
                <a:schemeClr val="dk1"/>
              </a:buClr>
              <a:buSzPts val="1800"/>
              <a:buNone/>
              <a:defRPr/>
            </a:lvl3pPr>
            <a:lvl4pPr lvl="3" algn="ctr">
              <a:lnSpc>
                <a:spcPct val="100000"/>
              </a:lnSpc>
              <a:spcBef>
                <a:spcPts val="0"/>
              </a:spcBef>
              <a:spcAft>
                <a:spcPts val="0"/>
              </a:spcAft>
              <a:buClr>
                <a:schemeClr val="dk1"/>
              </a:buClr>
              <a:buSzPts val="1800"/>
              <a:buNone/>
              <a:defRPr/>
            </a:lvl4pPr>
            <a:lvl5pPr lvl="4" algn="ctr">
              <a:lnSpc>
                <a:spcPct val="100000"/>
              </a:lnSpc>
              <a:spcBef>
                <a:spcPts val="0"/>
              </a:spcBef>
              <a:spcAft>
                <a:spcPts val="0"/>
              </a:spcAft>
              <a:buClr>
                <a:schemeClr val="dk1"/>
              </a:buClr>
              <a:buSzPts val="1800"/>
              <a:buNone/>
              <a:defRPr/>
            </a:lvl5pPr>
            <a:lvl6pPr lvl="5" algn="ctr">
              <a:lnSpc>
                <a:spcPct val="100000"/>
              </a:lnSpc>
              <a:spcBef>
                <a:spcPts val="0"/>
              </a:spcBef>
              <a:spcAft>
                <a:spcPts val="0"/>
              </a:spcAft>
              <a:buClr>
                <a:schemeClr val="dk1"/>
              </a:buClr>
              <a:buSzPts val="1800"/>
              <a:buNone/>
              <a:defRPr/>
            </a:lvl6pPr>
            <a:lvl7pPr lvl="6" algn="ctr">
              <a:lnSpc>
                <a:spcPct val="100000"/>
              </a:lnSpc>
              <a:spcBef>
                <a:spcPts val="0"/>
              </a:spcBef>
              <a:spcAft>
                <a:spcPts val="0"/>
              </a:spcAft>
              <a:buClr>
                <a:schemeClr val="dk1"/>
              </a:buClr>
              <a:buSzPts val="1800"/>
              <a:buNone/>
              <a:defRPr/>
            </a:lvl7pPr>
            <a:lvl8pPr lvl="7" algn="ctr">
              <a:lnSpc>
                <a:spcPct val="100000"/>
              </a:lnSpc>
              <a:spcBef>
                <a:spcPts val="0"/>
              </a:spcBef>
              <a:spcAft>
                <a:spcPts val="0"/>
              </a:spcAft>
              <a:buClr>
                <a:schemeClr val="dk1"/>
              </a:buClr>
              <a:buSzPts val="1800"/>
              <a:buNone/>
              <a:defRPr/>
            </a:lvl8pPr>
            <a:lvl9pPr lvl="8" algn="ctr">
              <a:lnSpc>
                <a:spcPct val="100000"/>
              </a:lnSpc>
              <a:spcBef>
                <a:spcPts val="0"/>
              </a:spcBef>
              <a:spcAft>
                <a:spcPts val="0"/>
              </a:spcAft>
              <a:buClr>
                <a:schemeClr val="dk1"/>
              </a:buClr>
              <a:buSzPts val="1800"/>
              <a:buNone/>
              <a:defRPr/>
            </a:lvl9pPr>
          </a:lstStyle>
          <a:p/>
        </p:txBody>
      </p:sp>
      <p:sp>
        <p:nvSpPr>
          <p:cNvPr id="64" name="Google Shape;64;p7"/>
          <p:cNvSpPr txBox="1"/>
          <p:nvPr>
            <p:ph idx="11" type="ftr"/>
          </p:nvPr>
        </p:nvSpPr>
        <p:spPr>
          <a:xfrm>
            <a:off x="914400" y="6172200"/>
            <a:ext cx="3962400" cy="4572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chemeClr val="dk2"/>
              </a:buClr>
              <a:buSzPts val="1800"/>
              <a:buNone/>
              <a:defRPr/>
            </a:lvl1pPr>
            <a:lvl2pPr lvl="1" algn="ctr">
              <a:lnSpc>
                <a:spcPct val="100000"/>
              </a:lnSpc>
              <a:spcBef>
                <a:spcPts val="0"/>
              </a:spcBef>
              <a:spcAft>
                <a:spcPts val="0"/>
              </a:spcAft>
              <a:buClr>
                <a:schemeClr val="dk1"/>
              </a:buClr>
              <a:buSzPts val="1800"/>
              <a:buNone/>
              <a:defRPr/>
            </a:lvl2pPr>
            <a:lvl3pPr lvl="2" algn="ctr">
              <a:lnSpc>
                <a:spcPct val="100000"/>
              </a:lnSpc>
              <a:spcBef>
                <a:spcPts val="0"/>
              </a:spcBef>
              <a:spcAft>
                <a:spcPts val="0"/>
              </a:spcAft>
              <a:buClr>
                <a:schemeClr val="dk1"/>
              </a:buClr>
              <a:buSzPts val="1800"/>
              <a:buNone/>
              <a:defRPr/>
            </a:lvl3pPr>
            <a:lvl4pPr lvl="3" algn="ctr">
              <a:lnSpc>
                <a:spcPct val="100000"/>
              </a:lnSpc>
              <a:spcBef>
                <a:spcPts val="0"/>
              </a:spcBef>
              <a:spcAft>
                <a:spcPts val="0"/>
              </a:spcAft>
              <a:buClr>
                <a:schemeClr val="dk1"/>
              </a:buClr>
              <a:buSzPts val="1800"/>
              <a:buNone/>
              <a:defRPr/>
            </a:lvl4pPr>
            <a:lvl5pPr lvl="4" algn="ctr">
              <a:lnSpc>
                <a:spcPct val="100000"/>
              </a:lnSpc>
              <a:spcBef>
                <a:spcPts val="0"/>
              </a:spcBef>
              <a:spcAft>
                <a:spcPts val="0"/>
              </a:spcAft>
              <a:buClr>
                <a:schemeClr val="dk1"/>
              </a:buClr>
              <a:buSzPts val="1800"/>
              <a:buNone/>
              <a:defRPr/>
            </a:lvl5pPr>
            <a:lvl6pPr lvl="5" algn="ctr">
              <a:lnSpc>
                <a:spcPct val="100000"/>
              </a:lnSpc>
              <a:spcBef>
                <a:spcPts val="0"/>
              </a:spcBef>
              <a:spcAft>
                <a:spcPts val="0"/>
              </a:spcAft>
              <a:buClr>
                <a:schemeClr val="dk1"/>
              </a:buClr>
              <a:buSzPts val="1800"/>
              <a:buNone/>
              <a:defRPr/>
            </a:lvl6pPr>
            <a:lvl7pPr lvl="6" algn="ctr">
              <a:lnSpc>
                <a:spcPct val="100000"/>
              </a:lnSpc>
              <a:spcBef>
                <a:spcPts val="0"/>
              </a:spcBef>
              <a:spcAft>
                <a:spcPts val="0"/>
              </a:spcAft>
              <a:buClr>
                <a:schemeClr val="dk1"/>
              </a:buClr>
              <a:buSzPts val="1800"/>
              <a:buNone/>
              <a:defRPr/>
            </a:lvl7pPr>
            <a:lvl8pPr lvl="7" algn="ctr">
              <a:lnSpc>
                <a:spcPct val="100000"/>
              </a:lnSpc>
              <a:spcBef>
                <a:spcPts val="0"/>
              </a:spcBef>
              <a:spcAft>
                <a:spcPts val="0"/>
              </a:spcAft>
              <a:buClr>
                <a:schemeClr val="dk1"/>
              </a:buClr>
              <a:buSzPts val="1800"/>
              <a:buNone/>
              <a:defRPr/>
            </a:lvl8pPr>
            <a:lvl9pPr lvl="8" algn="ctr">
              <a:lnSpc>
                <a:spcPct val="100000"/>
              </a:lnSpc>
              <a:spcBef>
                <a:spcPts val="0"/>
              </a:spcBef>
              <a:spcAft>
                <a:spcPts val="0"/>
              </a:spcAft>
              <a:buClr>
                <a:schemeClr val="dk1"/>
              </a:buClr>
              <a:buSzPts val="1800"/>
              <a:buNone/>
              <a:defRPr/>
            </a:lvl9pPr>
          </a:lstStyle>
          <a:p/>
        </p:txBody>
      </p:sp>
      <p:sp>
        <p:nvSpPr>
          <p:cNvPr id="65" name="Google Shape;65;p7"/>
          <p:cNvSpPr/>
          <p:nvPr>
            <p:ph idx="12" type="sldNum"/>
          </p:nvPr>
        </p:nvSpPr>
        <p:spPr>
          <a:xfrm>
            <a:off x="146050" y="6210300"/>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1pPr>
            <a:lvl2pPr indent="0" lvl="1"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2pPr>
            <a:lvl3pPr indent="0" lvl="2"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3pPr>
            <a:lvl4pPr indent="0" lvl="3"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4pPr>
            <a:lvl5pPr indent="0" lvl="4"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5pPr>
            <a:lvl6pPr indent="0" lvl="5"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6pPr>
            <a:lvl7pPr indent="0" lvl="6"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7pPr>
            <a:lvl8pPr indent="0" lvl="7"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8pPr>
            <a:lvl9pPr indent="0" lvl="8"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9pPr>
          </a:lstStyle>
          <a:p>
            <a:pPr indent="0" lvl="0" marL="0" rtl="0" algn="ct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6" name="Shape 66"/>
        <p:cNvGrpSpPr/>
        <p:nvPr/>
      </p:nvGrpSpPr>
      <p:grpSpPr>
        <a:xfrm>
          <a:off x="0" y="0"/>
          <a:ext cx="0" cy="0"/>
          <a:chOff x="0" y="0"/>
          <a:chExt cx="0" cy="0"/>
        </a:xfrm>
      </p:grpSpPr>
      <p:sp>
        <p:nvSpPr>
          <p:cNvPr id="67" name="Google Shape;67;p8"/>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Clr>
                <a:schemeClr val="dk2"/>
              </a:buClr>
              <a:buSzPts val="1800"/>
              <a:buNone/>
              <a:defRPr/>
            </a:lvl1pPr>
            <a:lvl2pPr lvl="1" algn="ctr">
              <a:lnSpc>
                <a:spcPct val="100000"/>
              </a:lnSpc>
              <a:spcBef>
                <a:spcPts val="0"/>
              </a:spcBef>
              <a:spcAft>
                <a:spcPts val="0"/>
              </a:spcAft>
              <a:buClr>
                <a:schemeClr val="dk1"/>
              </a:buClr>
              <a:buSzPts val="1800"/>
              <a:buNone/>
              <a:defRPr/>
            </a:lvl2pPr>
            <a:lvl3pPr lvl="2" algn="ctr">
              <a:lnSpc>
                <a:spcPct val="100000"/>
              </a:lnSpc>
              <a:spcBef>
                <a:spcPts val="0"/>
              </a:spcBef>
              <a:spcAft>
                <a:spcPts val="0"/>
              </a:spcAft>
              <a:buClr>
                <a:schemeClr val="dk1"/>
              </a:buClr>
              <a:buSzPts val="1800"/>
              <a:buNone/>
              <a:defRPr/>
            </a:lvl3pPr>
            <a:lvl4pPr lvl="3" algn="ctr">
              <a:lnSpc>
                <a:spcPct val="100000"/>
              </a:lnSpc>
              <a:spcBef>
                <a:spcPts val="0"/>
              </a:spcBef>
              <a:spcAft>
                <a:spcPts val="0"/>
              </a:spcAft>
              <a:buClr>
                <a:schemeClr val="dk1"/>
              </a:buClr>
              <a:buSzPts val="1800"/>
              <a:buNone/>
              <a:defRPr/>
            </a:lvl4pPr>
            <a:lvl5pPr lvl="4" algn="ctr">
              <a:lnSpc>
                <a:spcPct val="100000"/>
              </a:lnSpc>
              <a:spcBef>
                <a:spcPts val="0"/>
              </a:spcBef>
              <a:spcAft>
                <a:spcPts val="0"/>
              </a:spcAft>
              <a:buClr>
                <a:schemeClr val="dk1"/>
              </a:buClr>
              <a:buSzPts val="1800"/>
              <a:buNone/>
              <a:defRPr/>
            </a:lvl5pPr>
            <a:lvl6pPr lvl="5" algn="ctr">
              <a:lnSpc>
                <a:spcPct val="100000"/>
              </a:lnSpc>
              <a:spcBef>
                <a:spcPts val="0"/>
              </a:spcBef>
              <a:spcAft>
                <a:spcPts val="0"/>
              </a:spcAft>
              <a:buClr>
                <a:schemeClr val="dk1"/>
              </a:buClr>
              <a:buSzPts val="1800"/>
              <a:buNone/>
              <a:defRPr/>
            </a:lvl6pPr>
            <a:lvl7pPr lvl="6" algn="ctr">
              <a:lnSpc>
                <a:spcPct val="100000"/>
              </a:lnSpc>
              <a:spcBef>
                <a:spcPts val="0"/>
              </a:spcBef>
              <a:spcAft>
                <a:spcPts val="0"/>
              </a:spcAft>
              <a:buClr>
                <a:schemeClr val="dk1"/>
              </a:buClr>
              <a:buSzPts val="1800"/>
              <a:buNone/>
              <a:defRPr/>
            </a:lvl7pPr>
            <a:lvl8pPr lvl="7" algn="ctr">
              <a:lnSpc>
                <a:spcPct val="100000"/>
              </a:lnSpc>
              <a:spcBef>
                <a:spcPts val="0"/>
              </a:spcBef>
              <a:spcAft>
                <a:spcPts val="0"/>
              </a:spcAft>
              <a:buClr>
                <a:schemeClr val="dk1"/>
              </a:buClr>
              <a:buSzPts val="1800"/>
              <a:buNone/>
              <a:defRPr/>
            </a:lvl8pPr>
            <a:lvl9pPr lvl="8" algn="ctr">
              <a:lnSpc>
                <a:spcPct val="100000"/>
              </a:lnSpc>
              <a:spcBef>
                <a:spcPts val="0"/>
              </a:spcBef>
              <a:spcAft>
                <a:spcPts val="0"/>
              </a:spcAft>
              <a:buClr>
                <a:schemeClr val="dk1"/>
              </a:buClr>
              <a:buSzPts val="1800"/>
              <a:buNone/>
              <a:defRPr/>
            </a:lvl9pPr>
          </a:lstStyle>
          <a:p/>
        </p:txBody>
      </p:sp>
      <p:sp>
        <p:nvSpPr>
          <p:cNvPr id="68" name="Google Shape;68;p8"/>
          <p:cNvSpPr txBox="1"/>
          <p:nvPr>
            <p:ph idx="11" type="ftr"/>
          </p:nvPr>
        </p:nvSpPr>
        <p:spPr>
          <a:xfrm>
            <a:off x="914400" y="6172200"/>
            <a:ext cx="3962400" cy="4572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chemeClr val="dk2"/>
              </a:buClr>
              <a:buSzPts val="1800"/>
              <a:buNone/>
              <a:defRPr/>
            </a:lvl1pPr>
            <a:lvl2pPr lvl="1" algn="ctr">
              <a:lnSpc>
                <a:spcPct val="100000"/>
              </a:lnSpc>
              <a:spcBef>
                <a:spcPts val="0"/>
              </a:spcBef>
              <a:spcAft>
                <a:spcPts val="0"/>
              </a:spcAft>
              <a:buClr>
                <a:schemeClr val="dk1"/>
              </a:buClr>
              <a:buSzPts val="1800"/>
              <a:buNone/>
              <a:defRPr/>
            </a:lvl2pPr>
            <a:lvl3pPr lvl="2" algn="ctr">
              <a:lnSpc>
                <a:spcPct val="100000"/>
              </a:lnSpc>
              <a:spcBef>
                <a:spcPts val="0"/>
              </a:spcBef>
              <a:spcAft>
                <a:spcPts val="0"/>
              </a:spcAft>
              <a:buClr>
                <a:schemeClr val="dk1"/>
              </a:buClr>
              <a:buSzPts val="1800"/>
              <a:buNone/>
              <a:defRPr/>
            </a:lvl3pPr>
            <a:lvl4pPr lvl="3" algn="ctr">
              <a:lnSpc>
                <a:spcPct val="100000"/>
              </a:lnSpc>
              <a:spcBef>
                <a:spcPts val="0"/>
              </a:spcBef>
              <a:spcAft>
                <a:spcPts val="0"/>
              </a:spcAft>
              <a:buClr>
                <a:schemeClr val="dk1"/>
              </a:buClr>
              <a:buSzPts val="1800"/>
              <a:buNone/>
              <a:defRPr/>
            </a:lvl4pPr>
            <a:lvl5pPr lvl="4" algn="ctr">
              <a:lnSpc>
                <a:spcPct val="100000"/>
              </a:lnSpc>
              <a:spcBef>
                <a:spcPts val="0"/>
              </a:spcBef>
              <a:spcAft>
                <a:spcPts val="0"/>
              </a:spcAft>
              <a:buClr>
                <a:schemeClr val="dk1"/>
              </a:buClr>
              <a:buSzPts val="1800"/>
              <a:buNone/>
              <a:defRPr/>
            </a:lvl5pPr>
            <a:lvl6pPr lvl="5" algn="ctr">
              <a:lnSpc>
                <a:spcPct val="100000"/>
              </a:lnSpc>
              <a:spcBef>
                <a:spcPts val="0"/>
              </a:spcBef>
              <a:spcAft>
                <a:spcPts val="0"/>
              </a:spcAft>
              <a:buClr>
                <a:schemeClr val="dk1"/>
              </a:buClr>
              <a:buSzPts val="1800"/>
              <a:buNone/>
              <a:defRPr/>
            </a:lvl6pPr>
            <a:lvl7pPr lvl="6" algn="ctr">
              <a:lnSpc>
                <a:spcPct val="100000"/>
              </a:lnSpc>
              <a:spcBef>
                <a:spcPts val="0"/>
              </a:spcBef>
              <a:spcAft>
                <a:spcPts val="0"/>
              </a:spcAft>
              <a:buClr>
                <a:schemeClr val="dk1"/>
              </a:buClr>
              <a:buSzPts val="1800"/>
              <a:buNone/>
              <a:defRPr/>
            </a:lvl7pPr>
            <a:lvl8pPr lvl="7" algn="ctr">
              <a:lnSpc>
                <a:spcPct val="100000"/>
              </a:lnSpc>
              <a:spcBef>
                <a:spcPts val="0"/>
              </a:spcBef>
              <a:spcAft>
                <a:spcPts val="0"/>
              </a:spcAft>
              <a:buClr>
                <a:schemeClr val="dk1"/>
              </a:buClr>
              <a:buSzPts val="1800"/>
              <a:buNone/>
              <a:defRPr/>
            </a:lvl8pPr>
            <a:lvl9pPr lvl="8" algn="ctr">
              <a:lnSpc>
                <a:spcPct val="100000"/>
              </a:lnSpc>
              <a:spcBef>
                <a:spcPts val="0"/>
              </a:spcBef>
              <a:spcAft>
                <a:spcPts val="0"/>
              </a:spcAft>
              <a:buClr>
                <a:schemeClr val="dk1"/>
              </a:buClr>
              <a:buSzPts val="1800"/>
              <a:buNone/>
              <a:defRPr/>
            </a:lvl9pPr>
          </a:lstStyle>
          <a:p/>
        </p:txBody>
      </p:sp>
      <p:sp>
        <p:nvSpPr>
          <p:cNvPr id="69" name="Google Shape;69;p8"/>
          <p:cNvSpPr/>
          <p:nvPr>
            <p:ph idx="12" type="sldNum"/>
          </p:nvPr>
        </p:nvSpPr>
        <p:spPr>
          <a:xfrm>
            <a:off x="146050" y="6210300"/>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1pPr>
            <a:lvl2pPr indent="0" lvl="1"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2pPr>
            <a:lvl3pPr indent="0" lvl="2"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3pPr>
            <a:lvl4pPr indent="0" lvl="3"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4pPr>
            <a:lvl5pPr indent="0" lvl="4"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5pPr>
            <a:lvl6pPr indent="0" lvl="5"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6pPr>
            <a:lvl7pPr indent="0" lvl="6"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7pPr>
            <a:lvl8pPr indent="0" lvl="7"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8pPr>
            <a:lvl9pPr indent="0" lvl="8"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9pPr>
          </a:lstStyle>
          <a:p>
            <a:pPr indent="0" lvl="0" marL="0" rtl="0" algn="ct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70" name="Shape 70"/>
        <p:cNvGrpSpPr/>
        <p:nvPr/>
      </p:nvGrpSpPr>
      <p:grpSpPr>
        <a:xfrm>
          <a:off x="0" y="0"/>
          <a:ext cx="0" cy="0"/>
          <a:chOff x="0" y="0"/>
          <a:chExt cx="0" cy="0"/>
        </a:xfrm>
      </p:grpSpPr>
      <p:sp>
        <p:nvSpPr>
          <p:cNvPr id="71" name="Google Shape;71;p9"/>
          <p:cNvSpPr/>
          <p:nvPr/>
        </p:nvSpPr>
        <p:spPr>
          <a:xfrm>
            <a:off x="0" y="0"/>
            <a:ext cx="9144000"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imes New Roman"/>
              <a:buNone/>
            </a:pPr>
            <a:r>
              <a:t/>
            </a:r>
            <a:endParaRPr b="0" i="0" sz="1600" u="none" cap="none" strike="noStrike">
              <a:solidFill>
                <a:srgbClr val="FFFFFF"/>
              </a:solidFill>
              <a:latin typeface="Libre Baskerville"/>
              <a:ea typeface="Libre Baskerville"/>
              <a:cs typeface="Libre Baskerville"/>
              <a:sym typeface="Libre Baskerville"/>
            </a:endParaRPr>
          </a:p>
        </p:txBody>
      </p:sp>
      <p:sp>
        <p:nvSpPr>
          <p:cNvPr id="72" name="Google Shape;72;p9"/>
          <p:cNvSpPr/>
          <p:nvPr/>
        </p:nvSpPr>
        <p:spPr>
          <a:xfrm>
            <a:off x="63500" y="69850"/>
            <a:ext cx="9013825" cy="6692900"/>
          </a:xfrm>
          <a:prstGeom prst="roundRect">
            <a:avLst>
              <a:gd fmla="val 4929" name="adj"/>
            </a:avLst>
          </a:prstGeom>
          <a:solidFill>
            <a:schemeClr val="lt1"/>
          </a:solidFill>
          <a:ln cap="sq"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imes New Roman"/>
              <a:buNone/>
            </a:pPr>
            <a:r>
              <a:t/>
            </a:r>
            <a:endParaRPr b="0" i="0" sz="1600" u="none" cap="none" strike="noStrike">
              <a:solidFill>
                <a:srgbClr val="FFFFFF"/>
              </a:solidFill>
              <a:latin typeface="Libre Baskerville"/>
              <a:ea typeface="Libre Baskerville"/>
              <a:cs typeface="Libre Baskerville"/>
              <a:sym typeface="Libre Baskerville"/>
            </a:endParaRPr>
          </a:p>
        </p:txBody>
      </p:sp>
      <p:sp>
        <p:nvSpPr>
          <p:cNvPr id="73" name="Google Shape;73;p9"/>
          <p:cNvSpPr txBox="1"/>
          <p:nvPr>
            <p:ph type="title"/>
          </p:nvPr>
        </p:nvSpPr>
        <p:spPr>
          <a:xfrm>
            <a:off x="914400" y="273050"/>
            <a:ext cx="7772400" cy="1143000"/>
          </a:xfrm>
          <a:prstGeom prst="rect">
            <a:avLst/>
          </a:prstGeom>
          <a:noFill/>
          <a:ln>
            <a:noFill/>
          </a:ln>
        </p:spPr>
        <p:txBody>
          <a:bodyPr anchorCtr="0" anchor="b" bIns="91425" lIns="91425" spcFirstLastPara="1" rIns="91425" wrap="square" tIns="45700">
            <a:noAutofit/>
          </a:bodyPr>
          <a:lstStyle>
            <a:lvl1pPr lvl="0" algn="l">
              <a:spcBef>
                <a:spcPts val="0"/>
              </a:spcBef>
              <a:spcAft>
                <a:spcPts val="0"/>
              </a:spcAft>
              <a:buClr>
                <a:schemeClr val="dk2"/>
              </a:buClr>
              <a:buSzPts val="4000"/>
              <a:buFont typeface="Libre Franklin"/>
              <a:buNone/>
              <a:defRPr b="0" sz="4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9"/>
          <p:cNvSpPr txBox="1"/>
          <p:nvPr>
            <p:ph idx="1" type="body"/>
          </p:nvPr>
        </p:nvSpPr>
        <p:spPr>
          <a:xfrm>
            <a:off x="914400" y="1600200"/>
            <a:ext cx="1905000" cy="4495800"/>
          </a:xfrm>
          <a:prstGeom prst="rect">
            <a:avLst/>
          </a:prstGeom>
          <a:noFill/>
          <a:ln>
            <a:noFill/>
          </a:ln>
        </p:spPr>
        <p:txBody>
          <a:bodyPr anchorCtr="0" anchor="t" bIns="45700" lIns="91425" spcFirstLastPara="1" rIns="91425" wrap="square" tIns="45700">
            <a:noAutofit/>
          </a:bodyPr>
          <a:lstStyle>
            <a:lvl1pPr indent="-228600" lvl="0" marL="457200" algn="l">
              <a:spcBef>
                <a:spcPts val="580"/>
              </a:spcBef>
              <a:spcAft>
                <a:spcPts val="0"/>
              </a:spcAft>
              <a:buSzPts val="1530"/>
              <a:buNone/>
              <a:defRPr sz="1800"/>
            </a:lvl1pPr>
            <a:lvl2pPr indent="-228600" lvl="1" marL="914400" algn="l">
              <a:spcBef>
                <a:spcPts val="370"/>
              </a:spcBef>
              <a:spcAft>
                <a:spcPts val="0"/>
              </a:spcAft>
              <a:buSzPts val="1020"/>
              <a:buNone/>
              <a:defRPr sz="1200"/>
            </a:lvl2pPr>
            <a:lvl3pPr indent="-228600" lvl="2" marL="1371600" algn="l">
              <a:spcBef>
                <a:spcPts val="370"/>
              </a:spcBef>
              <a:spcAft>
                <a:spcPts val="0"/>
              </a:spcAft>
              <a:buSzPts val="850"/>
              <a:buNone/>
              <a:defRPr sz="1000"/>
            </a:lvl3pPr>
            <a:lvl4pPr indent="-228600" lvl="3" marL="1828800" algn="l">
              <a:spcBef>
                <a:spcPts val="370"/>
              </a:spcBef>
              <a:spcAft>
                <a:spcPts val="0"/>
              </a:spcAft>
              <a:buSzPts val="720"/>
              <a:buNone/>
              <a:defRPr sz="900"/>
            </a:lvl4pPr>
            <a:lvl5pPr indent="-228600" lvl="4" marL="2286000" algn="l">
              <a:spcBef>
                <a:spcPts val="370"/>
              </a:spcBef>
              <a:spcAft>
                <a:spcPts val="0"/>
              </a:spcAft>
              <a:buSzPts val="900"/>
              <a:buFont typeface="Libre Baskerville"/>
              <a:buNone/>
              <a:defRPr sz="900"/>
            </a:lvl5pPr>
            <a:lvl6pPr indent="-342900" lvl="5" marL="2743200" algn="l">
              <a:spcBef>
                <a:spcPts val="370"/>
              </a:spcBef>
              <a:spcAft>
                <a:spcPts val="0"/>
              </a:spcAft>
              <a:buSzPts val="1800"/>
              <a:buChar char="•"/>
              <a:defRPr/>
            </a:lvl6pPr>
            <a:lvl7pPr indent="-342900" lvl="6" marL="3200400" algn="l">
              <a:spcBef>
                <a:spcPts val="370"/>
              </a:spcBef>
              <a:spcAft>
                <a:spcPts val="0"/>
              </a:spcAft>
              <a:buSzPts val="1800"/>
              <a:buChar char="•"/>
              <a:defRPr/>
            </a:lvl7pPr>
            <a:lvl8pPr indent="-342900" lvl="7" marL="3657600" algn="l">
              <a:spcBef>
                <a:spcPts val="370"/>
              </a:spcBef>
              <a:spcAft>
                <a:spcPts val="0"/>
              </a:spcAft>
              <a:buSzPts val="1800"/>
              <a:buChar char="•"/>
              <a:defRPr/>
            </a:lvl8pPr>
            <a:lvl9pPr indent="-342900" lvl="8" marL="4114800" algn="l">
              <a:spcBef>
                <a:spcPts val="370"/>
              </a:spcBef>
              <a:spcAft>
                <a:spcPts val="0"/>
              </a:spcAft>
              <a:buSzPts val="1800"/>
              <a:buChar char="•"/>
              <a:defRPr/>
            </a:lvl9pPr>
          </a:lstStyle>
          <a:p/>
        </p:txBody>
      </p:sp>
      <p:sp>
        <p:nvSpPr>
          <p:cNvPr id="75" name="Google Shape;75;p9"/>
          <p:cNvSpPr txBox="1"/>
          <p:nvPr>
            <p:ph idx="2" type="body"/>
          </p:nvPr>
        </p:nvSpPr>
        <p:spPr>
          <a:xfrm>
            <a:off x="2971800" y="1600200"/>
            <a:ext cx="5715000" cy="4495800"/>
          </a:xfrm>
          <a:prstGeom prst="rect">
            <a:avLst/>
          </a:prstGeom>
          <a:noFill/>
          <a:ln>
            <a:noFill/>
          </a:ln>
        </p:spPr>
        <p:txBody>
          <a:bodyPr anchorCtr="0" anchor="t" bIns="45700" lIns="91425" spcFirstLastPara="1" rIns="91425" wrap="square" tIns="45700">
            <a:noAutofit/>
          </a:bodyPr>
          <a:lstStyle>
            <a:lvl1pPr indent="-325755" lvl="0" marL="457200" algn="l">
              <a:spcBef>
                <a:spcPts val="580"/>
              </a:spcBef>
              <a:spcAft>
                <a:spcPts val="0"/>
              </a:spcAft>
              <a:buSzPts val="1530"/>
              <a:buChar char="⚫"/>
              <a:defRPr/>
            </a:lvl1pPr>
            <a:lvl2pPr indent="-325755" lvl="1" marL="914400" algn="l">
              <a:spcBef>
                <a:spcPts val="370"/>
              </a:spcBef>
              <a:spcAft>
                <a:spcPts val="0"/>
              </a:spcAft>
              <a:buSzPts val="1530"/>
              <a:buChar char="⚫"/>
              <a:defRPr/>
            </a:lvl2pPr>
            <a:lvl3pPr indent="-325755" lvl="2" marL="1371600" algn="l">
              <a:spcBef>
                <a:spcPts val="370"/>
              </a:spcBef>
              <a:spcAft>
                <a:spcPts val="0"/>
              </a:spcAft>
              <a:buSzPts val="1530"/>
              <a:buChar char="⚫"/>
              <a:defRPr/>
            </a:lvl3pPr>
            <a:lvl4pPr indent="-320039" lvl="3" marL="1828800" algn="l">
              <a:spcBef>
                <a:spcPts val="370"/>
              </a:spcBef>
              <a:spcAft>
                <a:spcPts val="0"/>
              </a:spcAft>
              <a:buSzPts val="1440"/>
              <a:buChar char="⚫"/>
              <a:defRPr/>
            </a:lvl4pPr>
            <a:lvl5pPr indent="-342900" lvl="4" marL="2286000" algn="l">
              <a:spcBef>
                <a:spcPts val="370"/>
              </a:spcBef>
              <a:spcAft>
                <a:spcPts val="0"/>
              </a:spcAft>
              <a:buSzPts val="1800"/>
              <a:buChar char="o"/>
              <a:defRPr/>
            </a:lvl5pPr>
            <a:lvl6pPr indent="-342900" lvl="5" marL="2743200" algn="l">
              <a:spcBef>
                <a:spcPts val="370"/>
              </a:spcBef>
              <a:spcAft>
                <a:spcPts val="0"/>
              </a:spcAft>
              <a:buSzPts val="1800"/>
              <a:buChar char="•"/>
              <a:defRPr/>
            </a:lvl6pPr>
            <a:lvl7pPr indent="-342900" lvl="6" marL="3200400" algn="l">
              <a:spcBef>
                <a:spcPts val="370"/>
              </a:spcBef>
              <a:spcAft>
                <a:spcPts val="0"/>
              </a:spcAft>
              <a:buSzPts val="1800"/>
              <a:buChar char="•"/>
              <a:defRPr/>
            </a:lvl7pPr>
            <a:lvl8pPr indent="-342900" lvl="7" marL="3657600" algn="l">
              <a:spcBef>
                <a:spcPts val="370"/>
              </a:spcBef>
              <a:spcAft>
                <a:spcPts val="0"/>
              </a:spcAft>
              <a:buSzPts val="1800"/>
              <a:buChar char="•"/>
              <a:defRPr/>
            </a:lvl8pPr>
            <a:lvl9pPr indent="-342900" lvl="8" marL="4114800" algn="l">
              <a:spcBef>
                <a:spcPts val="370"/>
              </a:spcBef>
              <a:spcAft>
                <a:spcPts val="0"/>
              </a:spcAft>
              <a:buSzPts val="1800"/>
              <a:buChar char="•"/>
              <a:defRPr/>
            </a:lvl9pPr>
          </a:lstStyle>
          <a:p/>
        </p:txBody>
      </p:sp>
      <p:sp>
        <p:nvSpPr>
          <p:cNvPr id="76" name="Google Shape;76;p9"/>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Clr>
                <a:schemeClr val="dk2"/>
              </a:buClr>
              <a:buSzPts val="1800"/>
              <a:buNone/>
              <a:defRPr/>
            </a:lvl1pPr>
            <a:lvl2pPr lvl="1" algn="ctr">
              <a:lnSpc>
                <a:spcPct val="100000"/>
              </a:lnSpc>
              <a:spcBef>
                <a:spcPts val="0"/>
              </a:spcBef>
              <a:spcAft>
                <a:spcPts val="0"/>
              </a:spcAft>
              <a:buClr>
                <a:schemeClr val="dk1"/>
              </a:buClr>
              <a:buSzPts val="1800"/>
              <a:buNone/>
              <a:defRPr/>
            </a:lvl2pPr>
            <a:lvl3pPr lvl="2" algn="ctr">
              <a:lnSpc>
                <a:spcPct val="100000"/>
              </a:lnSpc>
              <a:spcBef>
                <a:spcPts val="0"/>
              </a:spcBef>
              <a:spcAft>
                <a:spcPts val="0"/>
              </a:spcAft>
              <a:buClr>
                <a:schemeClr val="dk1"/>
              </a:buClr>
              <a:buSzPts val="1800"/>
              <a:buNone/>
              <a:defRPr/>
            </a:lvl3pPr>
            <a:lvl4pPr lvl="3" algn="ctr">
              <a:lnSpc>
                <a:spcPct val="100000"/>
              </a:lnSpc>
              <a:spcBef>
                <a:spcPts val="0"/>
              </a:spcBef>
              <a:spcAft>
                <a:spcPts val="0"/>
              </a:spcAft>
              <a:buClr>
                <a:schemeClr val="dk1"/>
              </a:buClr>
              <a:buSzPts val="1800"/>
              <a:buNone/>
              <a:defRPr/>
            </a:lvl4pPr>
            <a:lvl5pPr lvl="4" algn="ctr">
              <a:lnSpc>
                <a:spcPct val="100000"/>
              </a:lnSpc>
              <a:spcBef>
                <a:spcPts val="0"/>
              </a:spcBef>
              <a:spcAft>
                <a:spcPts val="0"/>
              </a:spcAft>
              <a:buClr>
                <a:schemeClr val="dk1"/>
              </a:buClr>
              <a:buSzPts val="1800"/>
              <a:buNone/>
              <a:defRPr/>
            </a:lvl5pPr>
            <a:lvl6pPr lvl="5" algn="ctr">
              <a:lnSpc>
                <a:spcPct val="100000"/>
              </a:lnSpc>
              <a:spcBef>
                <a:spcPts val="0"/>
              </a:spcBef>
              <a:spcAft>
                <a:spcPts val="0"/>
              </a:spcAft>
              <a:buClr>
                <a:schemeClr val="dk1"/>
              </a:buClr>
              <a:buSzPts val="1800"/>
              <a:buNone/>
              <a:defRPr/>
            </a:lvl6pPr>
            <a:lvl7pPr lvl="6" algn="ctr">
              <a:lnSpc>
                <a:spcPct val="100000"/>
              </a:lnSpc>
              <a:spcBef>
                <a:spcPts val="0"/>
              </a:spcBef>
              <a:spcAft>
                <a:spcPts val="0"/>
              </a:spcAft>
              <a:buClr>
                <a:schemeClr val="dk1"/>
              </a:buClr>
              <a:buSzPts val="1800"/>
              <a:buNone/>
              <a:defRPr/>
            </a:lvl7pPr>
            <a:lvl8pPr lvl="7" algn="ctr">
              <a:lnSpc>
                <a:spcPct val="100000"/>
              </a:lnSpc>
              <a:spcBef>
                <a:spcPts val="0"/>
              </a:spcBef>
              <a:spcAft>
                <a:spcPts val="0"/>
              </a:spcAft>
              <a:buClr>
                <a:schemeClr val="dk1"/>
              </a:buClr>
              <a:buSzPts val="1800"/>
              <a:buNone/>
              <a:defRPr/>
            </a:lvl8pPr>
            <a:lvl9pPr lvl="8" algn="ctr">
              <a:lnSpc>
                <a:spcPct val="100000"/>
              </a:lnSpc>
              <a:spcBef>
                <a:spcPts val="0"/>
              </a:spcBef>
              <a:spcAft>
                <a:spcPts val="0"/>
              </a:spcAft>
              <a:buClr>
                <a:schemeClr val="dk1"/>
              </a:buClr>
              <a:buSzPts val="1800"/>
              <a:buNone/>
              <a:defRPr/>
            </a:lvl9pPr>
          </a:lstStyle>
          <a:p/>
        </p:txBody>
      </p:sp>
      <p:sp>
        <p:nvSpPr>
          <p:cNvPr id="77" name="Google Shape;77;p9"/>
          <p:cNvSpPr txBox="1"/>
          <p:nvPr>
            <p:ph idx="11" type="ftr"/>
          </p:nvPr>
        </p:nvSpPr>
        <p:spPr>
          <a:xfrm>
            <a:off x="914400" y="6172200"/>
            <a:ext cx="3962400" cy="4572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chemeClr val="dk2"/>
              </a:buClr>
              <a:buSzPts val="1800"/>
              <a:buNone/>
              <a:defRPr/>
            </a:lvl1pPr>
            <a:lvl2pPr lvl="1" algn="ctr">
              <a:lnSpc>
                <a:spcPct val="100000"/>
              </a:lnSpc>
              <a:spcBef>
                <a:spcPts val="0"/>
              </a:spcBef>
              <a:spcAft>
                <a:spcPts val="0"/>
              </a:spcAft>
              <a:buClr>
                <a:schemeClr val="dk1"/>
              </a:buClr>
              <a:buSzPts val="1800"/>
              <a:buNone/>
              <a:defRPr/>
            </a:lvl2pPr>
            <a:lvl3pPr lvl="2" algn="ctr">
              <a:lnSpc>
                <a:spcPct val="100000"/>
              </a:lnSpc>
              <a:spcBef>
                <a:spcPts val="0"/>
              </a:spcBef>
              <a:spcAft>
                <a:spcPts val="0"/>
              </a:spcAft>
              <a:buClr>
                <a:schemeClr val="dk1"/>
              </a:buClr>
              <a:buSzPts val="1800"/>
              <a:buNone/>
              <a:defRPr/>
            </a:lvl3pPr>
            <a:lvl4pPr lvl="3" algn="ctr">
              <a:lnSpc>
                <a:spcPct val="100000"/>
              </a:lnSpc>
              <a:spcBef>
                <a:spcPts val="0"/>
              </a:spcBef>
              <a:spcAft>
                <a:spcPts val="0"/>
              </a:spcAft>
              <a:buClr>
                <a:schemeClr val="dk1"/>
              </a:buClr>
              <a:buSzPts val="1800"/>
              <a:buNone/>
              <a:defRPr/>
            </a:lvl4pPr>
            <a:lvl5pPr lvl="4" algn="ctr">
              <a:lnSpc>
                <a:spcPct val="100000"/>
              </a:lnSpc>
              <a:spcBef>
                <a:spcPts val="0"/>
              </a:spcBef>
              <a:spcAft>
                <a:spcPts val="0"/>
              </a:spcAft>
              <a:buClr>
                <a:schemeClr val="dk1"/>
              </a:buClr>
              <a:buSzPts val="1800"/>
              <a:buNone/>
              <a:defRPr/>
            </a:lvl5pPr>
            <a:lvl6pPr lvl="5" algn="ctr">
              <a:lnSpc>
                <a:spcPct val="100000"/>
              </a:lnSpc>
              <a:spcBef>
                <a:spcPts val="0"/>
              </a:spcBef>
              <a:spcAft>
                <a:spcPts val="0"/>
              </a:spcAft>
              <a:buClr>
                <a:schemeClr val="dk1"/>
              </a:buClr>
              <a:buSzPts val="1800"/>
              <a:buNone/>
              <a:defRPr/>
            </a:lvl6pPr>
            <a:lvl7pPr lvl="6" algn="ctr">
              <a:lnSpc>
                <a:spcPct val="100000"/>
              </a:lnSpc>
              <a:spcBef>
                <a:spcPts val="0"/>
              </a:spcBef>
              <a:spcAft>
                <a:spcPts val="0"/>
              </a:spcAft>
              <a:buClr>
                <a:schemeClr val="dk1"/>
              </a:buClr>
              <a:buSzPts val="1800"/>
              <a:buNone/>
              <a:defRPr/>
            </a:lvl7pPr>
            <a:lvl8pPr lvl="7" algn="ctr">
              <a:lnSpc>
                <a:spcPct val="100000"/>
              </a:lnSpc>
              <a:spcBef>
                <a:spcPts val="0"/>
              </a:spcBef>
              <a:spcAft>
                <a:spcPts val="0"/>
              </a:spcAft>
              <a:buClr>
                <a:schemeClr val="dk1"/>
              </a:buClr>
              <a:buSzPts val="1800"/>
              <a:buNone/>
              <a:defRPr/>
            </a:lvl8pPr>
            <a:lvl9pPr lvl="8" algn="ctr">
              <a:lnSpc>
                <a:spcPct val="100000"/>
              </a:lnSpc>
              <a:spcBef>
                <a:spcPts val="0"/>
              </a:spcBef>
              <a:spcAft>
                <a:spcPts val="0"/>
              </a:spcAft>
              <a:buClr>
                <a:schemeClr val="dk1"/>
              </a:buClr>
              <a:buSzPts val="1800"/>
              <a:buNone/>
              <a:defRPr/>
            </a:lvl9pPr>
          </a:lstStyle>
          <a:p/>
        </p:txBody>
      </p:sp>
      <p:sp>
        <p:nvSpPr>
          <p:cNvPr id="78" name="Google Shape;78;p9"/>
          <p:cNvSpPr/>
          <p:nvPr>
            <p:ph idx="12" type="sldNum"/>
          </p:nvPr>
        </p:nvSpPr>
        <p:spPr>
          <a:xfrm>
            <a:off x="146050" y="6210300"/>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1pPr>
            <a:lvl2pPr indent="0" lvl="1"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2pPr>
            <a:lvl3pPr indent="0" lvl="2"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3pPr>
            <a:lvl4pPr indent="0" lvl="3"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4pPr>
            <a:lvl5pPr indent="0" lvl="4"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5pPr>
            <a:lvl6pPr indent="0" lvl="5"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6pPr>
            <a:lvl7pPr indent="0" lvl="6"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7pPr>
            <a:lvl8pPr indent="0" lvl="7"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8pPr>
            <a:lvl9pPr indent="0" lvl="8"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9pPr>
          </a:lstStyle>
          <a:p>
            <a:pPr indent="0" lvl="0" marL="0" rtl="0" algn="ct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9" name="Shape 79"/>
        <p:cNvGrpSpPr/>
        <p:nvPr/>
      </p:nvGrpSpPr>
      <p:grpSpPr>
        <a:xfrm>
          <a:off x="0" y="0"/>
          <a:ext cx="0" cy="0"/>
          <a:chOff x="0" y="0"/>
          <a:chExt cx="0" cy="0"/>
        </a:xfrm>
      </p:grpSpPr>
      <p:sp>
        <p:nvSpPr>
          <p:cNvPr id="80" name="Google Shape;80;p10"/>
          <p:cNvSpPr/>
          <p:nvPr/>
        </p:nvSpPr>
        <p:spPr>
          <a:xfrm flipH="1" rot="10800000">
            <a:off x="68263" y="4683125"/>
            <a:ext cx="9007475" cy="9207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imes New Roman"/>
              <a:buNone/>
            </a:pPr>
            <a:r>
              <a:t/>
            </a:r>
            <a:endParaRPr b="0" i="0" sz="1600" u="none" cap="none" strike="noStrike">
              <a:solidFill>
                <a:srgbClr val="FFFFFF"/>
              </a:solidFill>
              <a:latin typeface="Libre Baskerville"/>
              <a:ea typeface="Libre Baskerville"/>
              <a:cs typeface="Libre Baskerville"/>
              <a:sym typeface="Libre Baskerville"/>
            </a:endParaRPr>
          </a:p>
        </p:txBody>
      </p:sp>
      <p:sp>
        <p:nvSpPr>
          <p:cNvPr id="81" name="Google Shape;81;p10"/>
          <p:cNvSpPr/>
          <p:nvPr/>
        </p:nvSpPr>
        <p:spPr>
          <a:xfrm>
            <a:off x="68263" y="4649788"/>
            <a:ext cx="9007475" cy="46038"/>
          </a:xfrm>
          <a:prstGeom prst="rect">
            <a:avLst/>
          </a:prstGeom>
          <a:solidFill>
            <a:srgbClr val="E6AFA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imes New Roman"/>
              <a:buNone/>
            </a:pPr>
            <a:r>
              <a:t/>
            </a:r>
            <a:endParaRPr b="0" i="0" sz="1600" u="none" cap="none" strike="noStrike">
              <a:solidFill>
                <a:srgbClr val="FFFFFF"/>
              </a:solidFill>
              <a:latin typeface="Libre Baskerville"/>
              <a:ea typeface="Libre Baskerville"/>
              <a:cs typeface="Libre Baskerville"/>
              <a:sym typeface="Libre Baskerville"/>
            </a:endParaRPr>
          </a:p>
        </p:txBody>
      </p:sp>
      <p:sp>
        <p:nvSpPr>
          <p:cNvPr id="82" name="Google Shape;82;p10"/>
          <p:cNvSpPr/>
          <p:nvPr/>
        </p:nvSpPr>
        <p:spPr>
          <a:xfrm>
            <a:off x="68263" y="4773613"/>
            <a:ext cx="9007475" cy="47625"/>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imes New Roman"/>
              <a:buNone/>
            </a:pPr>
            <a:r>
              <a:t/>
            </a:r>
            <a:endParaRPr b="0" i="0" sz="1600" u="none" cap="none" strike="noStrike">
              <a:solidFill>
                <a:srgbClr val="FFFFFF"/>
              </a:solidFill>
              <a:latin typeface="Libre Baskerville"/>
              <a:ea typeface="Libre Baskerville"/>
              <a:cs typeface="Libre Baskerville"/>
              <a:sym typeface="Libre Baskerville"/>
            </a:endParaRPr>
          </a:p>
        </p:txBody>
      </p:sp>
      <p:sp>
        <p:nvSpPr>
          <p:cNvPr id="83" name="Google Shape;83;p10"/>
          <p:cNvSpPr txBox="1"/>
          <p:nvPr>
            <p:ph type="title"/>
          </p:nvPr>
        </p:nvSpPr>
        <p:spPr>
          <a:xfrm>
            <a:off x="914400" y="4900550"/>
            <a:ext cx="7315200" cy="522288"/>
          </a:xfrm>
          <a:prstGeom prst="rect">
            <a:avLst/>
          </a:prstGeom>
          <a:noFill/>
          <a:ln>
            <a:noFill/>
          </a:ln>
        </p:spPr>
        <p:txBody>
          <a:bodyPr anchorCtr="0" anchor="ctr" bIns="91425" lIns="91425" spcFirstLastPara="1" rIns="91425" wrap="square" tIns="45700">
            <a:noAutofit/>
          </a:bodyPr>
          <a:lstStyle>
            <a:lvl1pPr lvl="0" algn="l">
              <a:spcBef>
                <a:spcPts val="0"/>
              </a:spcBef>
              <a:spcAft>
                <a:spcPts val="0"/>
              </a:spcAft>
              <a:buClr>
                <a:schemeClr val="dk2"/>
              </a:buClr>
              <a:buSzPts val="2800"/>
              <a:buFont typeface="Libre Franklin"/>
              <a:buNone/>
              <a:defRPr b="0" sz="2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4" name="Google Shape;84;p10"/>
          <p:cNvSpPr txBox="1"/>
          <p:nvPr>
            <p:ph idx="1" type="body"/>
          </p:nvPr>
        </p:nvSpPr>
        <p:spPr>
          <a:xfrm>
            <a:off x="914400" y="5445825"/>
            <a:ext cx="7315200" cy="685800"/>
          </a:xfrm>
          <a:prstGeom prst="rect">
            <a:avLst/>
          </a:prstGeom>
          <a:noFill/>
          <a:ln>
            <a:noFill/>
          </a:ln>
        </p:spPr>
        <p:txBody>
          <a:bodyPr anchorCtr="0" anchor="t" bIns="45700" lIns="91425" spcFirstLastPara="1" rIns="91425" wrap="square" tIns="45700">
            <a:noAutofit/>
          </a:bodyPr>
          <a:lstStyle>
            <a:lvl1pPr indent="-228600" lvl="0" marL="457200" algn="l">
              <a:spcBef>
                <a:spcPts val="580"/>
              </a:spcBef>
              <a:spcAft>
                <a:spcPts val="0"/>
              </a:spcAft>
              <a:buSzPts val="1360"/>
              <a:buFont typeface="Libre Baskerville"/>
              <a:buNone/>
              <a:defRPr sz="1600"/>
            </a:lvl1pPr>
            <a:lvl2pPr indent="-293369" lvl="1" marL="914400" algn="l">
              <a:spcBef>
                <a:spcPts val="370"/>
              </a:spcBef>
              <a:spcAft>
                <a:spcPts val="0"/>
              </a:spcAft>
              <a:buSzPts val="1020"/>
              <a:buChar char="⚫"/>
              <a:defRPr sz="1200"/>
            </a:lvl2pPr>
            <a:lvl3pPr indent="-282575" lvl="2" marL="1371600" algn="l">
              <a:spcBef>
                <a:spcPts val="370"/>
              </a:spcBef>
              <a:spcAft>
                <a:spcPts val="0"/>
              </a:spcAft>
              <a:buSzPts val="850"/>
              <a:buChar char="⚫"/>
              <a:defRPr sz="1000"/>
            </a:lvl3pPr>
            <a:lvl4pPr indent="-274319" lvl="3" marL="1828800" algn="l">
              <a:spcBef>
                <a:spcPts val="370"/>
              </a:spcBef>
              <a:spcAft>
                <a:spcPts val="0"/>
              </a:spcAft>
              <a:buSzPts val="720"/>
              <a:buChar char="⚫"/>
              <a:defRPr sz="900"/>
            </a:lvl4pPr>
            <a:lvl5pPr indent="-285750" lvl="4" marL="2286000" algn="l">
              <a:spcBef>
                <a:spcPts val="370"/>
              </a:spcBef>
              <a:spcAft>
                <a:spcPts val="0"/>
              </a:spcAft>
              <a:buSzPts val="900"/>
              <a:buFont typeface="Libre Baskerville"/>
              <a:buChar char="o"/>
              <a:defRPr sz="900"/>
            </a:lvl5pPr>
            <a:lvl6pPr indent="-342900" lvl="5" marL="2743200" algn="l">
              <a:spcBef>
                <a:spcPts val="370"/>
              </a:spcBef>
              <a:spcAft>
                <a:spcPts val="0"/>
              </a:spcAft>
              <a:buSzPts val="1800"/>
              <a:buChar char="•"/>
              <a:defRPr/>
            </a:lvl6pPr>
            <a:lvl7pPr indent="-342900" lvl="6" marL="3200400" algn="l">
              <a:spcBef>
                <a:spcPts val="370"/>
              </a:spcBef>
              <a:spcAft>
                <a:spcPts val="0"/>
              </a:spcAft>
              <a:buSzPts val="1800"/>
              <a:buChar char="•"/>
              <a:defRPr/>
            </a:lvl7pPr>
            <a:lvl8pPr indent="-342900" lvl="7" marL="3657600" algn="l">
              <a:spcBef>
                <a:spcPts val="370"/>
              </a:spcBef>
              <a:spcAft>
                <a:spcPts val="0"/>
              </a:spcAft>
              <a:buSzPts val="1800"/>
              <a:buChar char="•"/>
              <a:defRPr/>
            </a:lvl8pPr>
            <a:lvl9pPr indent="-342900" lvl="8" marL="4114800" algn="l">
              <a:spcBef>
                <a:spcPts val="370"/>
              </a:spcBef>
              <a:spcAft>
                <a:spcPts val="0"/>
              </a:spcAft>
              <a:buSzPts val="1800"/>
              <a:buChar char="•"/>
              <a:defRPr/>
            </a:lvl9pPr>
          </a:lstStyle>
          <a:p/>
        </p:txBody>
      </p:sp>
      <p:sp>
        <p:nvSpPr>
          <p:cNvPr id="85" name="Google Shape;85;p10"/>
          <p:cNvSpPr/>
          <p:nvPr>
            <p:ph idx="2" type="pic"/>
          </p:nvPr>
        </p:nvSpPr>
        <p:spPr>
          <a:xfrm>
            <a:off x="68308" y="66675"/>
            <a:ext cx="9001873" cy="4581525"/>
          </a:xfrm>
          <a:prstGeom prst="round2SameRect">
            <a:avLst>
              <a:gd fmla="val 7101" name="adj1"/>
              <a:gd fmla="val 0" name="adj2"/>
            </a:avLst>
          </a:prstGeom>
          <a:solidFill>
            <a:schemeClr val="lt2"/>
          </a:solidFill>
          <a:ln cap="flat" cmpd="sng" w="9525">
            <a:solidFill>
              <a:schemeClr val="dk1"/>
            </a:solidFill>
            <a:prstDash val="solid"/>
            <a:round/>
            <a:headEnd len="sm" w="sm" type="none"/>
            <a:tailEnd len="sm" w="sm" type="none"/>
          </a:ln>
        </p:spPr>
      </p:sp>
      <p:sp>
        <p:nvSpPr>
          <p:cNvPr id="86" name="Google Shape;86;p10"/>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Clr>
                <a:schemeClr val="dk2"/>
              </a:buClr>
              <a:buSzPts val="1800"/>
              <a:buNone/>
              <a:defRPr/>
            </a:lvl1pPr>
            <a:lvl2pPr lvl="1" algn="ctr">
              <a:lnSpc>
                <a:spcPct val="100000"/>
              </a:lnSpc>
              <a:spcBef>
                <a:spcPts val="0"/>
              </a:spcBef>
              <a:spcAft>
                <a:spcPts val="0"/>
              </a:spcAft>
              <a:buClr>
                <a:schemeClr val="dk1"/>
              </a:buClr>
              <a:buSzPts val="1800"/>
              <a:buNone/>
              <a:defRPr/>
            </a:lvl2pPr>
            <a:lvl3pPr lvl="2" algn="ctr">
              <a:lnSpc>
                <a:spcPct val="100000"/>
              </a:lnSpc>
              <a:spcBef>
                <a:spcPts val="0"/>
              </a:spcBef>
              <a:spcAft>
                <a:spcPts val="0"/>
              </a:spcAft>
              <a:buClr>
                <a:schemeClr val="dk1"/>
              </a:buClr>
              <a:buSzPts val="1800"/>
              <a:buNone/>
              <a:defRPr/>
            </a:lvl3pPr>
            <a:lvl4pPr lvl="3" algn="ctr">
              <a:lnSpc>
                <a:spcPct val="100000"/>
              </a:lnSpc>
              <a:spcBef>
                <a:spcPts val="0"/>
              </a:spcBef>
              <a:spcAft>
                <a:spcPts val="0"/>
              </a:spcAft>
              <a:buClr>
                <a:schemeClr val="dk1"/>
              </a:buClr>
              <a:buSzPts val="1800"/>
              <a:buNone/>
              <a:defRPr/>
            </a:lvl4pPr>
            <a:lvl5pPr lvl="4" algn="ctr">
              <a:lnSpc>
                <a:spcPct val="100000"/>
              </a:lnSpc>
              <a:spcBef>
                <a:spcPts val="0"/>
              </a:spcBef>
              <a:spcAft>
                <a:spcPts val="0"/>
              </a:spcAft>
              <a:buClr>
                <a:schemeClr val="dk1"/>
              </a:buClr>
              <a:buSzPts val="1800"/>
              <a:buNone/>
              <a:defRPr/>
            </a:lvl5pPr>
            <a:lvl6pPr lvl="5" algn="ctr">
              <a:lnSpc>
                <a:spcPct val="100000"/>
              </a:lnSpc>
              <a:spcBef>
                <a:spcPts val="0"/>
              </a:spcBef>
              <a:spcAft>
                <a:spcPts val="0"/>
              </a:spcAft>
              <a:buClr>
                <a:schemeClr val="dk1"/>
              </a:buClr>
              <a:buSzPts val="1800"/>
              <a:buNone/>
              <a:defRPr/>
            </a:lvl6pPr>
            <a:lvl7pPr lvl="6" algn="ctr">
              <a:lnSpc>
                <a:spcPct val="100000"/>
              </a:lnSpc>
              <a:spcBef>
                <a:spcPts val="0"/>
              </a:spcBef>
              <a:spcAft>
                <a:spcPts val="0"/>
              </a:spcAft>
              <a:buClr>
                <a:schemeClr val="dk1"/>
              </a:buClr>
              <a:buSzPts val="1800"/>
              <a:buNone/>
              <a:defRPr/>
            </a:lvl7pPr>
            <a:lvl8pPr lvl="7" algn="ctr">
              <a:lnSpc>
                <a:spcPct val="100000"/>
              </a:lnSpc>
              <a:spcBef>
                <a:spcPts val="0"/>
              </a:spcBef>
              <a:spcAft>
                <a:spcPts val="0"/>
              </a:spcAft>
              <a:buClr>
                <a:schemeClr val="dk1"/>
              </a:buClr>
              <a:buSzPts val="1800"/>
              <a:buNone/>
              <a:defRPr/>
            </a:lvl8pPr>
            <a:lvl9pPr lvl="8" algn="ctr">
              <a:lnSpc>
                <a:spcPct val="100000"/>
              </a:lnSpc>
              <a:spcBef>
                <a:spcPts val="0"/>
              </a:spcBef>
              <a:spcAft>
                <a:spcPts val="0"/>
              </a:spcAft>
              <a:buClr>
                <a:schemeClr val="dk1"/>
              </a:buClr>
              <a:buSzPts val="1800"/>
              <a:buNone/>
              <a:defRPr/>
            </a:lvl9pPr>
          </a:lstStyle>
          <a:p/>
        </p:txBody>
      </p:sp>
      <p:sp>
        <p:nvSpPr>
          <p:cNvPr id="87" name="Google Shape;87;p10"/>
          <p:cNvSpPr txBox="1"/>
          <p:nvPr>
            <p:ph idx="11" type="ftr"/>
          </p:nvPr>
        </p:nvSpPr>
        <p:spPr>
          <a:xfrm>
            <a:off x="914400" y="6172200"/>
            <a:ext cx="3886200" cy="4572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chemeClr val="dk2"/>
              </a:buClr>
              <a:buSzPts val="1800"/>
              <a:buNone/>
              <a:defRPr/>
            </a:lvl1pPr>
            <a:lvl2pPr lvl="1" algn="ctr">
              <a:lnSpc>
                <a:spcPct val="100000"/>
              </a:lnSpc>
              <a:spcBef>
                <a:spcPts val="0"/>
              </a:spcBef>
              <a:spcAft>
                <a:spcPts val="0"/>
              </a:spcAft>
              <a:buClr>
                <a:schemeClr val="dk1"/>
              </a:buClr>
              <a:buSzPts val="1800"/>
              <a:buNone/>
              <a:defRPr/>
            </a:lvl2pPr>
            <a:lvl3pPr lvl="2" algn="ctr">
              <a:lnSpc>
                <a:spcPct val="100000"/>
              </a:lnSpc>
              <a:spcBef>
                <a:spcPts val="0"/>
              </a:spcBef>
              <a:spcAft>
                <a:spcPts val="0"/>
              </a:spcAft>
              <a:buClr>
                <a:schemeClr val="dk1"/>
              </a:buClr>
              <a:buSzPts val="1800"/>
              <a:buNone/>
              <a:defRPr/>
            </a:lvl3pPr>
            <a:lvl4pPr lvl="3" algn="ctr">
              <a:lnSpc>
                <a:spcPct val="100000"/>
              </a:lnSpc>
              <a:spcBef>
                <a:spcPts val="0"/>
              </a:spcBef>
              <a:spcAft>
                <a:spcPts val="0"/>
              </a:spcAft>
              <a:buClr>
                <a:schemeClr val="dk1"/>
              </a:buClr>
              <a:buSzPts val="1800"/>
              <a:buNone/>
              <a:defRPr/>
            </a:lvl4pPr>
            <a:lvl5pPr lvl="4" algn="ctr">
              <a:lnSpc>
                <a:spcPct val="100000"/>
              </a:lnSpc>
              <a:spcBef>
                <a:spcPts val="0"/>
              </a:spcBef>
              <a:spcAft>
                <a:spcPts val="0"/>
              </a:spcAft>
              <a:buClr>
                <a:schemeClr val="dk1"/>
              </a:buClr>
              <a:buSzPts val="1800"/>
              <a:buNone/>
              <a:defRPr/>
            </a:lvl5pPr>
            <a:lvl6pPr lvl="5" algn="ctr">
              <a:lnSpc>
                <a:spcPct val="100000"/>
              </a:lnSpc>
              <a:spcBef>
                <a:spcPts val="0"/>
              </a:spcBef>
              <a:spcAft>
                <a:spcPts val="0"/>
              </a:spcAft>
              <a:buClr>
                <a:schemeClr val="dk1"/>
              </a:buClr>
              <a:buSzPts val="1800"/>
              <a:buNone/>
              <a:defRPr/>
            </a:lvl6pPr>
            <a:lvl7pPr lvl="6" algn="ctr">
              <a:lnSpc>
                <a:spcPct val="100000"/>
              </a:lnSpc>
              <a:spcBef>
                <a:spcPts val="0"/>
              </a:spcBef>
              <a:spcAft>
                <a:spcPts val="0"/>
              </a:spcAft>
              <a:buClr>
                <a:schemeClr val="dk1"/>
              </a:buClr>
              <a:buSzPts val="1800"/>
              <a:buNone/>
              <a:defRPr/>
            </a:lvl7pPr>
            <a:lvl8pPr lvl="7" algn="ctr">
              <a:lnSpc>
                <a:spcPct val="100000"/>
              </a:lnSpc>
              <a:spcBef>
                <a:spcPts val="0"/>
              </a:spcBef>
              <a:spcAft>
                <a:spcPts val="0"/>
              </a:spcAft>
              <a:buClr>
                <a:schemeClr val="dk1"/>
              </a:buClr>
              <a:buSzPts val="1800"/>
              <a:buNone/>
              <a:defRPr/>
            </a:lvl8pPr>
            <a:lvl9pPr lvl="8" algn="ctr">
              <a:lnSpc>
                <a:spcPct val="100000"/>
              </a:lnSpc>
              <a:spcBef>
                <a:spcPts val="0"/>
              </a:spcBef>
              <a:spcAft>
                <a:spcPts val="0"/>
              </a:spcAft>
              <a:buClr>
                <a:schemeClr val="dk1"/>
              </a:buClr>
              <a:buSzPts val="1800"/>
              <a:buNone/>
              <a:defRPr/>
            </a:lvl9pPr>
          </a:lstStyle>
          <a:p/>
        </p:txBody>
      </p:sp>
      <p:sp>
        <p:nvSpPr>
          <p:cNvPr id="88" name="Google Shape;88;p10"/>
          <p:cNvSpPr/>
          <p:nvPr>
            <p:ph idx="12" type="sldNum"/>
          </p:nvPr>
        </p:nvSpPr>
        <p:spPr>
          <a:xfrm>
            <a:off x="146050" y="6208713"/>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1pPr>
            <a:lvl2pPr indent="0" lvl="1"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2pPr>
            <a:lvl3pPr indent="0" lvl="2"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3pPr>
            <a:lvl4pPr indent="0" lvl="3"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4pPr>
            <a:lvl5pPr indent="0" lvl="4"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5pPr>
            <a:lvl6pPr indent="0" lvl="5"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6pPr>
            <a:lvl7pPr indent="0" lvl="6"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7pPr>
            <a:lvl8pPr indent="0" lvl="7"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8pPr>
            <a:lvl9pPr indent="0" lvl="8"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9pPr>
          </a:lstStyle>
          <a:p>
            <a:pPr indent="0" lvl="0" marL="0" rtl="0" algn="ct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9" name="Shape 89"/>
        <p:cNvGrpSpPr/>
        <p:nvPr/>
      </p:nvGrpSpPr>
      <p:grpSpPr>
        <a:xfrm>
          <a:off x="0" y="0"/>
          <a:ext cx="0" cy="0"/>
          <a:chOff x="0" y="0"/>
          <a:chExt cx="0" cy="0"/>
        </a:xfrm>
      </p:grpSpPr>
      <p:sp>
        <p:nvSpPr>
          <p:cNvPr id="90" name="Google Shape;90;p11"/>
          <p:cNvSpPr txBox="1"/>
          <p:nvPr>
            <p:ph type="title"/>
          </p:nvPr>
        </p:nvSpPr>
        <p:spPr>
          <a:xfrm>
            <a:off x="914400" y="274638"/>
            <a:ext cx="7772400" cy="1143000"/>
          </a:xfrm>
          <a:prstGeom prst="rect">
            <a:avLst/>
          </a:prstGeom>
          <a:noFill/>
          <a:ln>
            <a:noFill/>
          </a:ln>
        </p:spPr>
        <p:txBody>
          <a:bodyPr anchorCtr="0" anchor="b" bIns="91425" lIns="91425" spcFirstLastPara="1" rIns="91425" wrap="square" tIns="45700">
            <a:no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1" name="Google Shape;91;p11"/>
          <p:cNvSpPr txBox="1"/>
          <p:nvPr>
            <p:ph idx="1" type="body"/>
          </p:nvPr>
        </p:nvSpPr>
        <p:spPr>
          <a:xfrm rot="5400000">
            <a:off x="2514600" y="-152400"/>
            <a:ext cx="4572000" cy="7772400"/>
          </a:xfrm>
          <a:prstGeom prst="rect">
            <a:avLst/>
          </a:prstGeom>
          <a:noFill/>
          <a:ln>
            <a:noFill/>
          </a:ln>
        </p:spPr>
        <p:txBody>
          <a:bodyPr anchorCtr="0" anchor="t" bIns="45700" lIns="91425" spcFirstLastPara="1" rIns="91425" wrap="square" tIns="45700">
            <a:noAutofit/>
          </a:bodyPr>
          <a:lstStyle>
            <a:lvl1pPr indent="-325755" lvl="0" marL="457200" algn="l">
              <a:spcBef>
                <a:spcPts val="580"/>
              </a:spcBef>
              <a:spcAft>
                <a:spcPts val="0"/>
              </a:spcAft>
              <a:buSzPts val="1530"/>
              <a:buChar char="⚫"/>
              <a:defRPr/>
            </a:lvl1pPr>
            <a:lvl2pPr indent="-325755" lvl="1" marL="914400" algn="l">
              <a:spcBef>
                <a:spcPts val="370"/>
              </a:spcBef>
              <a:spcAft>
                <a:spcPts val="0"/>
              </a:spcAft>
              <a:buSzPts val="1530"/>
              <a:buChar char="⚫"/>
              <a:defRPr/>
            </a:lvl2pPr>
            <a:lvl3pPr indent="-325755" lvl="2" marL="1371600" algn="l">
              <a:spcBef>
                <a:spcPts val="370"/>
              </a:spcBef>
              <a:spcAft>
                <a:spcPts val="0"/>
              </a:spcAft>
              <a:buSzPts val="1530"/>
              <a:buChar char="⚫"/>
              <a:defRPr/>
            </a:lvl3pPr>
            <a:lvl4pPr indent="-320039" lvl="3" marL="1828800" algn="l">
              <a:spcBef>
                <a:spcPts val="370"/>
              </a:spcBef>
              <a:spcAft>
                <a:spcPts val="0"/>
              </a:spcAft>
              <a:buSzPts val="1440"/>
              <a:buChar char="⚫"/>
              <a:defRPr/>
            </a:lvl4pPr>
            <a:lvl5pPr indent="-342900" lvl="4" marL="2286000" algn="l">
              <a:spcBef>
                <a:spcPts val="370"/>
              </a:spcBef>
              <a:spcAft>
                <a:spcPts val="0"/>
              </a:spcAft>
              <a:buSzPts val="1800"/>
              <a:buChar char="o"/>
              <a:defRPr/>
            </a:lvl5pPr>
            <a:lvl6pPr indent="-342900" lvl="5" marL="2743200" algn="l">
              <a:spcBef>
                <a:spcPts val="370"/>
              </a:spcBef>
              <a:spcAft>
                <a:spcPts val="0"/>
              </a:spcAft>
              <a:buSzPts val="1800"/>
              <a:buChar char="•"/>
              <a:defRPr/>
            </a:lvl6pPr>
            <a:lvl7pPr indent="-342900" lvl="6" marL="3200400" algn="l">
              <a:spcBef>
                <a:spcPts val="370"/>
              </a:spcBef>
              <a:spcAft>
                <a:spcPts val="0"/>
              </a:spcAft>
              <a:buSzPts val="1800"/>
              <a:buChar char="•"/>
              <a:defRPr/>
            </a:lvl7pPr>
            <a:lvl8pPr indent="-342900" lvl="7" marL="3657600" algn="l">
              <a:spcBef>
                <a:spcPts val="370"/>
              </a:spcBef>
              <a:spcAft>
                <a:spcPts val="0"/>
              </a:spcAft>
              <a:buSzPts val="1800"/>
              <a:buChar char="•"/>
              <a:defRPr/>
            </a:lvl8pPr>
            <a:lvl9pPr indent="-342900" lvl="8" marL="4114800" algn="l">
              <a:spcBef>
                <a:spcPts val="370"/>
              </a:spcBef>
              <a:spcAft>
                <a:spcPts val="0"/>
              </a:spcAft>
              <a:buSzPts val="1800"/>
              <a:buChar char="•"/>
              <a:defRPr/>
            </a:lvl9pPr>
          </a:lstStyle>
          <a:p/>
        </p:txBody>
      </p:sp>
      <p:sp>
        <p:nvSpPr>
          <p:cNvPr id="92" name="Google Shape;92;p11"/>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Clr>
                <a:schemeClr val="dk2"/>
              </a:buClr>
              <a:buSzPts val="1800"/>
              <a:buNone/>
              <a:defRPr/>
            </a:lvl1pPr>
            <a:lvl2pPr lvl="1" algn="ctr">
              <a:lnSpc>
                <a:spcPct val="100000"/>
              </a:lnSpc>
              <a:spcBef>
                <a:spcPts val="0"/>
              </a:spcBef>
              <a:spcAft>
                <a:spcPts val="0"/>
              </a:spcAft>
              <a:buClr>
                <a:schemeClr val="dk1"/>
              </a:buClr>
              <a:buSzPts val="1800"/>
              <a:buNone/>
              <a:defRPr/>
            </a:lvl2pPr>
            <a:lvl3pPr lvl="2" algn="ctr">
              <a:lnSpc>
                <a:spcPct val="100000"/>
              </a:lnSpc>
              <a:spcBef>
                <a:spcPts val="0"/>
              </a:spcBef>
              <a:spcAft>
                <a:spcPts val="0"/>
              </a:spcAft>
              <a:buClr>
                <a:schemeClr val="dk1"/>
              </a:buClr>
              <a:buSzPts val="1800"/>
              <a:buNone/>
              <a:defRPr/>
            </a:lvl3pPr>
            <a:lvl4pPr lvl="3" algn="ctr">
              <a:lnSpc>
                <a:spcPct val="100000"/>
              </a:lnSpc>
              <a:spcBef>
                <a:spcPts val="0"/>
              </a:spcBef>
              <a:spcAft>
                <a:spcPts val="0"/>
              </a:spcAft>
              <a:buClr>
                <a:schemeClr val="dk1"/>
              </a:buClr>
              <a:buSzPts val="1800"/>
              <a:buNone/>
              <a:defRPr/>
            </a:lvl4pPr>
            <a:lvl5pPr lvl="4" algn="ctr">
              <a:lnSpc>
                <a:spcPct val="100000"/>
              </a:lnSpc>
              <a:spcBef>
                <a:spcPts val="0"/>
              </a:spcBef>
              <a:spcAft>
                <a:spcPts val="0"/>
              </a:spcAft>
              <a:buClr>
                <a:schemeClr val="dk1"/>
              </a:buClr>
              <a:buSzPts val="1800"/>
              <a:buNone/>
              <a:defRPr/>
            </a:lvl5pPr>
            <a:lvl6pPr lvl="5" algn="ctr">
              <a:lnSpc>
                <a:spcPct val="100000"/>
              </a:lnSpc>
              <a:spcBef>
                <a:spcPts val="0"/>
              </a:spcBef>
              <a:spcAft>
                <a:spcPts val="0"/>
              </a:spcAft>
              <a:buClr>
                <a:schemeClr val="dk1"/>
              </a:buClr>
              <a:buSzPts val="1800"/>
              <a:buNone/>
              <a:defRPr/>
            </a:lvl6pPr>
            <a:lvl7pPr lvl="6" algn="ctr">
              <a:lnSpc>
                <a:spcPct val="100000"/>
              </a:lnSpc>
              <a:spcBef>
                <a:spcPts val="0"/>
              </a:spcBef>
              <a:spcAft>
                <a:spcPts val="0"/>
              </a:spcAft>
              <a:buClr>
                <a:schemeClr val="dk1"/>
              </a:buClr>
              <a:buSzPts val="1800"/>
              <a:buNone/>
              <a:defRPr/>
            </a:lvl7pPr>
            <a:lvl8pPr lvl="7" algn="ctr">
              <a:lnSpc>
                <a:spcPct val="100000"/>
              </a:lnSpc>
              <a:spcBef>
                <a:spcPts val="0"/>
              </a:spcBef>
              <a:spcAft>
                <a:spcPts val="0"/>
              </a:spcAft>
              <a:buClr>
                <a:schemeClr val="dk1"/>
              </a:buClr>
              <a:buSzPts val="1800"/>
              <a:buNone/>
              <a:defRPr/>
            </a:lvl8pPr>
            <a:lvl9pPr lvl="8" algn="ctr">
              <a:lnSpc>
                <a:spcPct val="100000"/>
              </a:lnSpc>
              <a:spcBef>
                <a:spcPts val="0"/>
              </a:spcBef>
              <a:spcAft>
                <a:spcPts val="0"/>
              </a:spcAft>
              <a:buClr>
                <a:schemeClr val="dk1"/>
              </a:buClr>
              <a:buSzPts val="1800"/>
              <a:buNone/>
              <a:defRPr/>
            </a:lvl9pPr>
          </a:lstStyle>
          <a:p/>
        </p:txBody>
      </p:sp>
      <p:sp>
        <p:nvSpPr>
          <p:cNvPr id="93" name="Google Shape;93;p11"/>
          <p:cNvSpPr txBox="1"/>
          <p:nvPr>
            <p:ph idx="11" type="ftr"/>
          </p:nvPr>
        </p:nvSpPr>
        <p:spPr>
          <a:xfrm>
            <a:off x="914400" y="6172200"/>
            <a:ext cx="3962400" cy="4572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chemeClr val="dk2"/>
              </a:buClr>
              <a:buSzPts val="1800"/>
              <a:buNone/>
              <a:defRPr/>
            </a:lvl1pPr>
            <a:lvl2pPr lvl="1" algn="ctr">
              <a:lnSpc>
                <a:spcPct val="100000"/>
              </a:lnSpc>
              <a:spcBef>
                <a:spcPts val="0"/>
              </a:spcBef>
              <a:spcAft>
                <a:spcPts val="0"/>
              </a:spcAft>
              <a:buClr>
                <a:schemeClr val="dk1"/>
              </a:buClr>
              <a:buSzPts val="1800"/>
              <a:buNone/>
              <a:defRPr/>
            </a:lvl2pPr>
            <a:lvl3pPr lvl="2" algn="ctr">
              <a:lnSpc>
                <a:spcPct val="100000"/>
              </a:lnSpc>
              <a:spcBef>
                <a:spcPts val="0"/>
              </a:spcBef>
              <a:spcAft>
                <a:spcPts val="0"/>
              </a:spcAft>
              <a:buClr>
                <a:schemeClr val="dk1"/>
              </a:buClr>
              <a:buSzPts val="1800"/>
              <a:buNone/>
              <a:defRPr/>
            </a:lvl3pPr>
            <a:lvl4pPr lvl="3" algn="ctr">
              <a:lnSpc>
                <a:spcPct val="100000"/>
              </a:lnSpc>
              <a:spcBef>
                <a:spcPts val="0"/>
              </a:spcBef>
              <a:spcAft>
                <a:spcPts val="0"/>
              </a:spcAft>
              <a:buClr>
                <a:schemeClr val="dk1"/>
              </a:buClr>
              <a:buSzPts val="1800"/>
              <a:buNone/>
              <a:defRPr/>
            </a:lvl4pPr>
            <a:lvl5pPr lvl="4" algn="ctr">
              <a:lnSpc>
                <a:spcPct val="100000"/>
              </a:lnSpc>
              <a:spcBef>
                <a:spcPts val="0"/>
              </a:spcBef>
              <a:spcAft>
                <a:spcPts val="0"/>
              </a:spcAft>
              <a:buClr>
                <a:schemeClr val="dk1"/>
              </a:buClr>
              <a:buSzPts val="1800"/>
              <a:buNone/>
              <a:defRPr/>
            </a:lvl5pPr>
            <a:lvl6pPr lvl="5" algn="ctr">
              <a:lnSpc>
                <a:spcPct val="100000"/>
              </a:lnSpc>
              <a:spcBef>
                <a:spcPts val="0"/>
              </a:spcBef>
              <a:spcAft>
                <a:spcPts val="0"/>
              </a:spcAft>
              <a:buClr>
                <a:schemeClr val="dk1"/>
              </a:buClr>
              <a:buSzPts val="1800"/>
              <a:buNone/>
              <a:defRPr/>
            </a:lvl6pPr>
            <a:lvl7pPr lvl="6" algn="ctr">
              <a:lnSpc>
                <a:spcPct val="100000"/>
              </a:lnSpc>
              <a:spcBef>
                <a:spcPts val="0"/>
              </a:spcBef>
              <a:spcAft>
                <a:spcPts val="0"/>
              </a:spcAft>
              <a:buClr>
                <a:schemeClr val="dk1"/>
              </a:buClr>
              <a:buSzPts val="1800"/>
              <a:buNone/>
              <a:defRPr/>
            </a:lvl7pPr>
            <a:lvl8pPr lvl="7" algn="ctr">
              <a:lnSpc>
                <a:spcPct val="100000"/>
              </a:lnSpc>
              <a:spcBef>
                <a:spcPts val="0"/>
              </a:spcBef>
              <a:spcAft>
                <a:spcPts val="0"/>
              </a:spcAft>
              <a:buClr>
                <a:schemeClr val="dk1"/>
              </a:buClr>
              <a:buSzPts val="1800"/>
              <a:buNone/>
              <a:defRPr/>
            </a:lvl8pPr>
            <a:lvl9pPr lvl="8" algn="ctr">
              <a:lnSpc>
                <a:spcPct val="100000"/>
              </a:lnSpc>
              <a:spcBef>
                <a:spcPts val="0"/>
              </a:spcBef>
              <a:spcAft>
                <a:spcPts val="0"/>
              </a:spcAft>
              <a:buClr>
                <a:schemeClr val="dk1"/>
              </a:buClr>
              <a:buSzPts val="1800"/>
              <a:buNone/>
              <a:defRPr/>
            </a:lvl9pPr>
          </a:lstStyle>
          <a:p/>
        </p:txBody>
      </p:sp>
      <p:sp>
        <p:nvSpPr>
          <p:cNvPr id="94" name="Google Shape;94;p11"/>
          <p:cNvSpPr/>
          <p:nvPr>
            <p:ph idx="12" type="sldNum"/>
          </p:nvPr>
        </p:nvSpPr>
        <p:spPr>
          <a:xfrm>
            <a:off x="146050" y="6210300"/>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1pPr>
            <a:lvl2pPr indent="0" lvl="1"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2pPr>
            <a:lvl3pPr indent="0" lvl="2"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3pPr>
            <a:lvl4pPr indent="0" lvl="3"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4pPr>
            <a:lvl5pPr indent="0" lvl="4"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5pPr>
            <a:lvl6pPr indent="0" lvl="5"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6pPr>
            <a:lvl7pPr indent="0" lvl="6"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7pPr>
            <a:lvl8pPr indent="0" lvl="7"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8pPr>
            <a:lvl9pPr indent="0" lvl="8"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9pPr>
          </a:lstStyle>
          <a:p>
            <a:pPr indent="0" lvl="0" marL="0" rtl="0" algn="ct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95" name="Shape 95"/>
        <p:cNvGrpSpPr/>
        <p:nvPr/>
      </p:nvGrpSpPr>
      <p:grpSpPr>
        <a:xfrm>
          <a:off x="0" y="0"/>
          <a:ext cx="0" cy="0"/>
          <a:chOff x="0" y="0"/>
          <a:chExt cx="0" cy="0"/>
        </a:xfrm>
      </p:grpSpPr>
      <p:sp>
        <p:nvSpPr>
          <p:cNvPr id="96" name="Google Shape;96;p12"/>
          <p:cNvSpPr txBox="1"/>
          <p:nvPr>
            <p:ph type="title"/>
          </p:nvPr>
        </p:nvSpPr>
        <p:spPr>
          <a:xfrm rot="5400000">
            <a:off x="4709478" y="2194564"/>
            <a:ext cx="5851525" cy="2011680"/>
          </a:xfrm>
          <a:prstGeom prst="rect">
            <a:avLst/>
          </a:prstGeom>
          <a:noFill/>
          <a:ln>
            <a:noFill/>
          </a:ln>
        </p:spPr>
        <p:txBody>
          <a:bodyPr anchorCtr="0" anchor="b" bIns="91425" lIns="91425" spcFirstLastPara="1" rIns="91425" wrap="square" tIns="45700">
            <a:no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7" name="Google Shape;97;p12"/>
          <p:cNvSpPr txBox="1"/>
          <p:nvPr>
            <p:ph idx="1" type="body"/>
          </p:nvPr>
        </p:nvSpPr>
        <p:spPr>
          <a:xfrm rot="5400000">
            <a:off x="769938" y="419103"/>
            <a:ext cx="5851525" cy="5562600"/>
          </a:xfrm>
          <a:prstGeom prst="rect">
            <a:avLst/>
          </a:prstGeom>
          <a:noFill/>
          <a:ln>
            <a:noFill/>
          </a:ln>
        </p:spPr>
        <p:txBody>
          <a:bodyPr anchorCtr="0" anchor="t" bIns="45700" lIns="91425" spcFirstLastPara="1" rIns="91425" wrap="square" tIns="45700">
            <a:noAutofit/>
          </a:bodyPr>
          <a:lstStyle>
            <a:lvl1pPr indent="-325755" lvl="0" marL="457200" algn="l">
              <a:spcBef>
                <a:spcPts val="580"/>
              </a:spcBef>
              <a:spcAft>
                <a:spcPts val="0"/>
              </a:spcAft>
              <a:buSzPts val="1530"/>
              <a:buChar char="⚫"/>
              <a:defRPr/>
            </a:lvl1pPr>
            <a:lvl2pPr indent="-325755" lvl="1" marL="914400" algn="l">
              <a:spcBef>
                <a:spcPts val="370"/>
              </a:spcBef>
              <a:spcAft>
                <a:spcPts val="0"/>
              </a:spcAft>
              <a:buSzPts val="1530"/>
              <a:buChar char="⚫"/>
              <a:defRPr/>
            </a:lvl2pPr>
            <a:lvl3pPr indent="-325755" lvl="2" marL="1371600" algn="l">
              <a:spcBef>
                <a:spcPts val="370"/>
              </a:spcBef>
              <a:spcAft>
                <a:spcPts val="0"/>
              </a:spcAft>
              <a:buSzPts val="1530"/>
              <a:buChar char="⚫"/>
              <a:defRPr/>
            </a:lvl3pPr>
            <a:lvl4pPr indent="-320039" lvl="3" marL="1828800" algn="l">
              <a:spcBef>
                <a:spcPts val="370"/>
              </a:spcBef>
              <a:spcAft>
                <a:spcPts val="0"/>
              </a:spcAft>
              <a:buSzPts val="1440"/>
              <a:buChar char="⚫"/>
              <a:defRPr/>
            </a:lvl4pPr>
            <a:lvl5pPr indent="-342900" lvl="4" marL="2286000" algn="l">
              <a:spcBef>
                <a:spcPts val="370"/>
              </a:spcBef>
              <a:spcAft>
                <a:spcPts val="0"/>
              </a:spcAft>
              <a:buSzPts val="1800"/>
              <a:buChar char="o"/>
              <a:defRPr/>
            </a:lvl5pPr>
            <a:lvl6pPr indent="-342900" lvl="5" marL="2743200" algn="l">
              <a:spcBef>
                <a:spcPts val="370"/>
              </a:spcBef>
              <a:spcAft>
                <a:spcPts val="0"/>
              </a:spcAft>
              <a:buSzPts val="1800"/>
              <a:buChar char="•"/>
              <a:defRPr/>
            </a:lvl6pPr>
            <a:lvl7pPr indent="-342900" lvl="6" marL="3200400" algn="l">
              <a:spcBef>
                <a:spcPts val="370"/>
              </a:spcBef>
              <a:spcAft>
                <a:spcPts val="0"/>
              </a:spcAft>
              <a:buSzPts val="1800"/>
              <a:buChar char="•"/>
              <a:defRPr/>
            </a:lvl7pPr>
            <a:lvl8pPr indent="-342900" lvl="7" marL="3657600" algn="l">
              <a:spcBef>
                <a:spcPts val="370"/>
              </a:spcBef>
              <a:spcAft>
                <a:spcPts val="0"/>
              </a:spcAft>
              <a:buSzPts val="1800"/>
              <a:buChar char="•"/>
              <a:defRPr/>
            </a:lvl8pPr>
            <a:lvl9pPr indent="-342900" lvl="8" marL="4114800" algn="l">
              <a:spcBef>
                <a:spcPts val="370"/>
              </a:spcBef>
              <a:spcAft>
                <a:spcPts val="0"/>
              </a:spcAft>
              <a:buSzPts val="1800"/>
              <a:buChar char="•"/>
              <a:defRPr/>
            </a:lvl9pPr>
          </a:lstStyle>
          <a:p/>
        </p:txBody>
      </p:sp>
      <p:sp>
        <p:nvSpPr>
          <p:cNvPr id="98" name="Google Shape;98;p12"/>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Clr>
                <a:schemeClr val="dk2"/>
              </a:buClr>
              <a:buSzPts val="1800"/>
              <a:buNone/>
              <a:defRPr/>
            </a:lvl1pPr>
            <a:lvl2pPr lvl="1" algn="ctr">
              <a:lnSpc>
                <a:spcPct val="100000"/>
              </a:lnSpc>
              <a:spcBef>
                <a:spcPts val="0"/>
              </a:spcBef>
              <a:spcAft>
                <a:spcPts val="0"/>
              </a:spcAft>
              <a:buClr>
                <a:schemeClr val="dk1"/>
              </a:buClr>
              <a:buSzPts val="1800"/>
              <a:buNone/>
              <a:defRPr/>
            </a:lvl2pPr>
            <a:lvl3pPr lvl="2" algn="ctr">
              <a:lnSpc>
                <a:spcPct val="100000"/>
              </a:lnSpc>
              <a:spcBef>
                <a:spcPts val="0"/>
              </a:spcBef>
              <a:spcAft>
                <a:spcPts val="0"/>
              </a:spcAft>
              <a:buClr>
                <a:schemeClr val="dk1"/>
              </a:buClr>
              <a:buSzPts val="1800"/>
              <a:buNone/>
              <a:defRPr/>
            </a:lvl3pPr>
            <a:lvl4pPr lvl="3" algn="ctr">
              <a:lnSpc>
                <a:spcPct val="100000"/>
              </a:lnSpc>
              <a:spcBef>
                <a:spcPts val="0"/>
              </a:spcBef>
              <a:spcAft>
                <a:spcPts val="0"/>
              </a:spcAft>
              <a:buClr>
                <a:schemeClr val="dk1"/>
              </a:buClr>
              <a:buSzPts val="1800"/>
              <a:buNone/>
              <a:defRPr/>
            </a:lvl4pPr>
            <a:lvl5pPr lvl="4" algn="ctr">
              <a:lnSpc>
                <a:spcPct val="100000"/>
              </a:lnSpc>
              <a:spcBef>
                <a:spcPts val="0"/>
              </a:spcBef>
              <a:spcAft>
                <a:spcPts val="0"/>
              </a:spcAft>
              <a:buClr>
                <a:schemeClr val="dk1"/>
              </a:buClr>
              <a:buSzPts val="1800"/>
              <a:buNone/>
              <a:defRPr/>
            </a:lvl5pPr>
            <a:lvl6pPr lvl="5" algn="ctr">
              <a:lnSpc>
                <a:spcPct val="100000"/>
              </a:lnSpc>
              <a:spcBef>
                <a:spcPts val="0"/>
              </a:spcBef>
              <a:spcAft>
                <a:spcPts val="0"/>
              </a:spcAft>
              <a:buClr>
                <a:schemeClr val="dk1"/>
              </a:buClr>
              <a:buSzPts val="1800"/>
              <a:buNone/>
              <a:defRPr/>
            </a:lvl6pPr>
            <a:lvl7pPr lvl="6" algn="ctr">
              <a:lnSpc>
                <a:spcPct val="100000"/>
              </a:lnSpc>
              <a:spcBef>
                <a:spcPts val="0"/>
              </a:spcBef>
              <a:spcAft>
                <a:spcPts val="0"/>
              </a:spcAft>
              <a:buClr>
                <a:schemeClr val="dk1"/>
              </a:buClr>
              <a:buSzPts val="1800"/>
              <a:buNone/>
              <a:defRPr/>
            </a:lvl7pPr>
            <a:lvl8pPr lvl="7" algn="ctr">
              <a:lnSpc>
                <a:spcPct val="100000"/>
              </a:lnSpc>
              <a:spcBef>
                <a:spcPts val="0"/>
              </a:spcBef>
              <a:spcAft>
                <a:spcPts val="0"/>
              </a:spcAft>
              <a:buClr>
                <a:schemeClr val="dk1"/>
              </a:buClr>
              <a:buSzPts val="1800"/>
              <a:buNone/>
              <a:defRPr/>
            </a:lvl8pPr>
            <a:lvl9pPr lvl="8" algn="ctr">
              <a:lnSpc>
                <a:spcPct val="100000"/>
              </a:lnSpc>
              <a:spcBef>
                <a:spcPts val="0"/>
              </a:spcBef>
              <a:spcAft>
                <a:spcPts val="0"/>
              </a:spcAft>
              <a:buClr>
                <a:schemeClr val="dk1"/>
              </a:buClr>
              <a:buSzPts val="1800"/>
              <a:buNone/>
              <a:defRPr/>
            </a:lvl9pPr>
          </a:lstStyle>
          <a:p/>
        </p:txBody>
      </p:sp>
      <p:sp>
        <p:nvSpPr>
          <p:cNvPr id="99" name="Google Shape;99;p12"/>
          <p:cNvSpPr txBox="1"/>
          <p:nvPr>
            <p:ph idx="11" type="ftr"/>
          </p:nvPr>
        </p:nvSpPr>
        <p:spPr>
          <a:xfrm>
            <a:off x="914400" y="6172200"/>
            <a:ext cx="3962400" cy="4572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chemeClr val="dk2"/>
              </a:buClr>
              <a:buSzPts val="1800"/>
              <a:buNone/>
              <a:defRPr/>
            </a:lvl1pPr>
            <a:lvl2pPr lvl="1" algn="ctr">
              <a:lnSpc>
                <a:spcPct val="100000"/>
              </a:lnSpc>
              <a:spcBef>
                <a:spcPts val="0"/>
              </a:spcBef>
              <a:spcAft>
                <a:spcPts val="0"/>
              </a:spcAft>
              <a:buClr>
                <a:schemeClr val="dk1"/>
              </a:buClr>
              <a:buSzPts val="1800"/>
              <a:buNone/>
              <a:defRPr/>
            </a:lvl2pPr>
            <a:lvl3pPr lvl="2" algn="ctr">
              <a:lnSpc>
                <a:spcPct val="100000"/>
              </a:lnSpc>
              <a:spcBef>
                <a:spcPts val="0"/>
              </a:spcBef>
              <a:spcAft>
                <a:spcPts val="0"/>
              </a:spcAft>
              <a:buClr>
                <a:schemeClr val="dk1"/>
              </a:buClr>
              <a:buSzPts val="1800"/>
              <a:buNone/>
              <a:defRPr/>
            </a:lvl3pPr>
            <a:lvl4pPr lvl="3" algn="ctr">
              <a:lnSpc>
                <a:spcPct val="100000"/>
              </a:lnSpc>
              <a:spcBef>
                <a:spcPts val="0"/>
              </a:spcBef>
              <a:spcAft>
                <a:spcPts val="0"/>
              </a:spcAft>
              <a:buClr>
                <a:schemeClr val="dk1"/>
              </a:buClr>
              <a:buSzPts val="1800"/>
              <a:buNone/>
              <a:defRPr/>
            </a:lvl4pPr>
            <a:lvl5pPr lvl="4" algn="ctr">
              <a:lnSpc>
                <a:spcPct val="100000"/>
              </a:lnSpc>
              <a:spcBef>
                <a:spcPts val="0"/>
              </a:spcBef>
              <a:spcAft>
                <a:spcPts val="0"/>
              </a:spcAft>
              <a:buClr>
                <a:schemeClr val="dk1"/>
              </a:buClr>
              <a:buSzPts val="1800"/>
              <a:buNone/>
              <a:defRPr/>
            </a:lvl5pPr>
            <a:lvl6pPr lvl="5" algn="ctr">
              <a:lnSpc>
                <a:spcPct val="100000"/>
              </a:lnSpc>
              <a:spcBef>
                <a:spcPts val="0"/>
              </a:spcBef>
              <a:spcAft>
                <a:spcPts val="0"/>
              </a:spcAft>
              <a:buClr>
                <a:schemeClr val="dk1"/>
              </a:buClr>
              <a:buSzPts val="1800"/>
              <a:buNone/>
              <a:defRPr/>
            </a:lvl6pPr>
            <a:lvl7pPr lvl="6" algn="ctr">
              <a:lnSpc>
                <a:spcPct val="100000"/>
              </a:lnSpc>
              <a:spcBef>
                <a:spcPts val="0"/>
              </a:spcBef>
              <a:spcAft>
                <a:spcPts val="0"/>
              </a:spcAft>
              <a:buClr>
                <a:schemeClr val="dk1"/>
              </a:buClr>
              <a:buSzPts val="1800"/>
              <a:buNone/>
              <a:defRPr/>
            </a:lvl7pPr>
            <a:lvl8pPr lvl="7" algn="ctr">
              <a:lnSpc>
                <a:spcPct val="100000"/>
              </a:lnSpc>
              <a:spcBef>
                <a:spcPts val="0"/>
              </a:spcBef>
              <a:spcAft>
                <a:spcPts val="0"/>
              </a:spcAft>
              <a:buClr>
                <a:schemeClr val="dk1"/>
              </a:buClr>
              <a:buSzPts val="1800"/>
              <a:buNone/>
              <a:defRPr/>
            </a:lvl8pPr>
            <a:lvl9pPr lvl="8" algn="ctr">
              <a:lnSpc>
                <a:spcPct val="100000"/>
              </a:lnSpc>
              <a:spcBef>
                <a:spcPts val="0"/>
              </a:spcBef>
              <a:spcAft>
                <a:spcPts val="0"/>
              </a:spcAft>
              <a:buClr>
                <a:schemeClr val="dk1"/>
              </a:buClr>
              <a:buSzPts val="1800"/>
              <a:buNone/>
              <a:defRPr/>
            </a:lvl9pPr>
          </a:lstStyle>
          <a:p/>
        </p:txBody>
      </p:sp>
      <p:sp>
        <p:nvSpPr>
          <p:cNvPr id="100" name="Google Shape;100;p12"/>
          <p:cNvSpPr/>
          <p:nvPr>
            <p:ph idx="12" type="sldNum"/>
          </p:nvPr>
        </p:nvSpPr>
        <p:spPr>
          <a:xfrm>
            <a:off x="146050" y="6210300"/>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1pPr>
            <a:lvl2pPr indent="0" lvl="1"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2pPr>
            <a:lvl3pPr indent="0" lvl="2"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3pPr>
            <a:lvl4pPr indent="0" lvl="3"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4pPr>
            <a:lvl5pPr indent="0" lvl="4"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5pPr>
            <a:lvl6pPr indent="0" lvl="5"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6pPr>
            <a:lvl7pPr indent="0" lvl="6"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7pPr>
            <a:lvl8pPr indent="0" lvl="7"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8pPr>
            <a:lvl9pPr indent="0" lvl="8"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9pPr>
          </a:lstStyle>
          <a:p>
            <a:pPr indent="0" lvl="0" marL="0" rtl="0" algn="ctr">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p:nvPr/>
        </p:nvSpPr>
        <p:spPr>
          <a:xfrm>
            <a:off x="0" y="0"/>
            <a:ext cx="9144000"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imes New Roman"/>
              <a:buNone/>
            </a:pPr>
            <a:r>
              <a:t/>
            </a:r>
            <a:endParaRPr b="0" i="0" sz="1600" u="none" cap="none" strike="noStrike">
              <a:solidFill>
                <a:srgbClr val="FFFFFF"/>
              </a:solidFill>
              <a:latin typeface="Libre Baskerville"/>
              <a:ea typeface="Libre Baskerville"/>
              <a:cs typeface="Libre Baskerville"/>
              <a:sym typeface="Libre Baskerville"/>
            </a:endParaRPr>
          </a:p>
        </p:txBody>
      </p:sp>
      <p:sp>
        <p:nvSpPr>
          <p:cNvPr id="11" name="Google Shape;11;p1"/>
          <p:cNvSpPr/>
          <p:nvPr/>
        </p:nvSpPr>
        <p:spPr>
          <a:xfrm>
            <a:off x="63500" y="69850"/>
            <a:ext cx="9013825" cy="6692900"/>
          </a:xfrm>
          <a:prstGeom prst="roundRect">
            <a:avLst>
              <a:gd fmla="val 4929" name="adj"/>
            </a:avLst>
          </a:prstGeom>
          <a:solidFill>
            <a:schemeClr val="lt1"/>
          </a:solidFill>
          <a:ln cap="sq"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imes New Roman"/>
              <a:buNone/>
            </a:pPr>
            <a:r>
              <a:t/>
            </a:r>
            <a:endParaRPr b="0" i="0" sz="1600" u="none" cap="none" strike="noStrike">
              <a:solidFill>
                <a:srgbClr val="FFFFFF"/>
              </a:solidFill>
              <a:latin typeface="Libre Baskerville"/>
              <a:ea typeface="Libre Baskerville"/>
              <a:cs typeface="Libre Baskerville"/>
              <a:sym typeface="Libre Baskerville"/>
            </a:endParaRPr>
          </a:p>
        </p:txBody>
      </p:sp>
      <p:sp>
        <p:nvSpPr>
          <p:cNvPr id="12" name="Google Shape;12;p1"/>
          <p:cNvSpPr txBox="1"/>
          <p:nvPr>
            <p:ph type="title"/>
          </p:nvPr>
        </p:nvSpPr>
        <p:spPr>
          <a:xfrm>
            <a:off x="914400" y="274638"/>
            <a:ext cx="7772400" cy="1143000"/>
          </a:xfrm>
          <a:prstGeom prst="rect">
            <a:avLst/>
          </a:prstGeom>
          <a:noFill/>
          <a:ln>
            <a:noFill/>
          </a:ln>
        </p:spPr>
        <p:txBody>
          <a:bodyPr anchorCtr="0" anchor="b" bIns="91425" lIns="91425" spcFirstLastPara="1" rIns="91425" wrap="square" tIns="45700">
            <a:noAutofit/>
          </a:bodyPr>
          <a:lstStyle>
            <a:lvl1pPr lvl="0" marR="0" rtl="0" algn="l">
              <a:spcBef>
                <a:spcPts val="0"/>
              </a:spcBef>
              <a:spcAft>
                <a:spcPts val="0"/>
              </a:spcAft>
              <a:buClr>
                <a:schemeClr val="dk2"/>
              </a:buClr>
              <a:buSzPts val="4000"/>
              <a:buFont typeface="Libre Franklin"/>
              <a:buNone/>
              <a:defRPr b="0" i="0" sz="4000" u="none" cap="none" strike="noStrike">
                <a:solidFill>
                  <a:schemeClr val="dk2"/>
                </a:solidFill>
                <a:latin typeface="Libre Franklin"/>
                <a:ea typeface="Libre Franklin"/>
                <a:cs typeface="Libre Franklin"/>
                <a:sym typeface="Libre Franklin"/>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3" name="Google Shape;13;p1"/>
          <p:cNvSpPr txBox="1"/>
          <p:nvPr>
            <p:ph idx="1" type="body"/>
          </p:nvPr>
        </p:nvSpPr>
        <p:spPr>
          <a:xfrm>
            <a:off x="914400" y="1447800"/>
            <a:ext cx="7772400" cy="4572000"/>
          </a:xfrm>
          <a:prstGeom prst="rect">
            <a:avLst/>
          </a:prstGeom>
          <a:noFill/>
          <a:ln>
            <a:noFill/>
          </a:ln>
        </p:spPr>
        <p:txBody>
          <a:bodyPr anchorCtr="0" anchor="t" bIns="45700" lIns="91425" spcFirstLastPara="1" rIns="91425" wrap="square" tIns="45700">
            <a:noAutofit/>
          </a:bodyPr>
          <a:lstStyle>
            <a:lvl1pPr indent="-368935" lvl="0" marL="457200" marR="0" rtl="0" algn="l">
              <a:spcBef>
                <a:spcPts val="580"/>
              </a:spcBef>
              <a:spcAft>
                <a:spcPts val="0"/>
              </a:spcAft>
              <a:buClr>
                <a:schemeClr val="accent1"/>
              </a:buClr>
              <a:buSzPts val="2210"/>
              <a:buFont typeface="Noto Sans Symbols"/>
              <a:buChar char="⚫"/>
              <a:defRPr b="0" i="0" sz="2600" u="none" cap="none" strike="noStrike">
                <a:solidFill>
                  <a:schemeClr val="dk1"/>
                </a:solidFill>
                <a:latin typeface="Libre Baskerville"/>
                <a:ea typeface="Libre Baskerville"/>
                <a:cs typeface="Libre Baskerville"/>
                <a:sym typeface="Libre Baskerville"/>
              </a:defRPr>
            </a:lvl1pPr>
            <a:lvl2pPr indent="-358140" lvl="1" marL="914400" marR="0" rtl="0" algn="l">
              <a:spcBef>
                <a:spcPts val="370"/>
              </a:spcBef>
              <a:spcAft>
                <a:spcPts val="0"/>
              </a:spcAft>
              <a:buClr>
                <a:schemeClr val="accent2"/>
              </a:buClr>
              <a:buSzPts val="2040"/>
              <a:buFont typeface="Noto Sans Symbols"/>
              <a:buChar char="⚫"/>
              <a:defRPr b="0" i="0" sz="2400" u="none" cap="none" strike="noStrike">
                <a:solidFill>
                  <a:schemeClr val="dk1"/>
                </a:solidFill>
                <a:latin typeface="Libre Baskerville"/>
                <a:ea typeface="Libre Baskerville"/>
                <a:cs typeface="Libre Baskerville"/>
                <a:sym typeface="Libre Baskerville"/>
              </a:defRPr>
            </a:lvl2pPr>
            <a:lvl3pPr indent="-336550" lvl="2" marL="1371600" marR="0" rtl="0" algn="l">
              <a:spcBef>
                <a:spcPts val="370"/>
              </a:spcBef>
              <a:spcAft>
                <a:spcPts val="0"/>
              </a:spcAft>
              <a:buClr>
                <a:srgbClr val="E6AFA9"/>
              </a:buClr>
              <a:buSzPts val="1700"/>
              <a:buFont typeface="Noto Sans Symbols"/>
              <a:buChar char="⚫"/>
              <a:defRPr b="0" i="0" sz="2000" u="none" cap="none" strike="noStrike">
                <a:solidFill>
                  <a:schemeClr val="dk1"/>
                </a:solidFill>
                <a:latin typeface="Libre Baskerville"/>
                <a:ea typeface="Libre Baskerville"/>
                <a:cs typeface="Libre Baskerville"/>
                <a:sym typeface="Libre Baskerville"/>
              </a:defRPr>
            </a:lvl3pPr>
            <a:lvl4pPr indent="-330200" lvl="3" marL="1828800" marR="0" rtl="0" algn="l">
              <a:spcBef>
                <a:spcPts val="370"/>
              </a:spcBef>
              <a:spcAft>
                <a:spcPts val="0"/>
              </a:spcAft>
              <a:buClr>
                <a:schemeClr val="accent3"/>
              </a:buClr>
              <a:buSzPts val="1600"/>
              <a:buFont typeface="Noto Sans Symbols"/>
              <a:buChar char="⚫"/>
              <a:defRPr b="0" i="0" sz="2000" u="none" cap="none" strike="noStrike">
                <a:solidFill>
                  <a:schemeClr val="dk1"/>
                </a:solidFill>
                <a:latin typeface="Libre Baskerville"/>
                <a:ea typeface="Libre Baskerville"/>
                <a:cs typeface="Libre Baskerville"/>
                <a:sym typeface="Libre Baskerville"/>
              </a:defRPr>
            </a:lvl4pPr>
            <a:lvl5pPr indent="-355600" lvl="4" marL="2286000" marR="0" rtl="0" algn="l">
              <a:spcBef>
                <a:spcPts val="370"/>
              </a:spcBef>
              <a:spcAft>
                <a:spcPts val="0"/>
              </a:spcAft>
              <a:buClr>
                <a:schemeClr val="accent3"/>
              </a:buClr>
              <a:buSzPts val="2000"/>
              <a:buFont typeface="Libre Baskerville"/>
              <a:buChar char="o"/>
              <a:defRPr b="0" i="0" sz="2000" u="none" cap="none" strike="noStrike">
                <a:solidFill>
                  <a:schemeClr val="dk1"/>
                </a:solidFill>
                <a:latin typeface="Libre Baskerville"/>
                <a:ea typeface="Libre Baskerville"/>
                <a:cs typeface="Libre Baskerville"/>
                <a:sym typeface="Libre Baskerville"/>
              </a:defRPr>
            </a:lvl5pPr>
            <a:lvl6pPr indent="-342900" lvl="5" marL="2743200" marR="0" rtl="0" algn="l">
              <a:spcBef>
                <a:spcPts val="370"/>
              </a:spcBef>
              <a:spcAft>
                <a:spcPts val="0"/>
              </a:spcAft>
              <a:buClr>
                <a:schemeClr val="accent3"/>
              </a:buClr>
              <a:buSzPts val="1800"/>
              <a:buFont typeface="Libre Baskerville"/>
              <a:buChar char="•"/>
              <a:defRPr b="0" i="0" sz="1800" u="none" cap="none" strike="noStrike">
                <a:solidFill>
                  <a:schemeClr val="dk1"/>
                </a:solidFill>
                <a:latin typeface="Libre Baskerville"/>
                <a:ea typeface="Libre Baskerville"/>
                <a:cs typeface="Libre Baskerville"/>
                <a:sym typeface="Libre Baskerville"/>
              </a:defRPr>
            </a:lvl6pPr>
            <a:lvl7pPr indent="-342900" lvl="6" marL="3200400" marR="0" rtl="0" algn="l">
              <a:spcBef>
                <a:spcPts val="370"/>
              </a:spcBef>
              <a:spcAft>
                <a:spcPts val="0"/>
              </a:spcAft>
              <a:buClr>
                <a:schemeClr val="accent2"/>
              </a:buClr>
              <a:buSzPts val="1800"/>
              <a:buFont typeface="Libre Baskerville"/>
              <a:buChar char="•"/>
              <a:defRPr b="0" i="0" sz="1800" u="none" cap="none" strike="noStrike">
                <a:solidFill>
                  <a:schemeClr val="dk1"/>
                </a:solidFill>
                <a:latin typeface="Libre Baskerville"/>
                <a:ea typeface="Libre Baskerville"/>
                <a:cs typeface="Libre Baskerville"/>
                <a:sym typeface="Libre Baskerville"/>
              </a:defRPr>
            </a:lvl7pPr>
            <a:lvl8pPr indent="-342900" lvl="7" marL="3657600" marR="0" rtl="0" algn="l">
              <a:spcBef>
                <a:spcPts val="370"/>
              </a:spcBef>
              <a:spcAft>
                <a:spcPts val="0"/>
              </a:spcAft>
              <a:buClr>
                <a:srgbClr val="E6AFA9"/>
              </a:buClr>
              <a:buSzPts val="1800"/>
              <a:buFont typeface="Libre Baskerville"/>
              <a:buChar char="•"/>
              <a:defRPr b="0" i="0" sz="1800" u="none" cap="none" strike="noStrike">
                <a:solidFill>
                  <a:schemeClr val="dk1"/>
                </a:solidFill>
                <a:latin typeface="Libre Baskerville"/>
                <a:ea typeface="Libre Baskerville"/>
                <a:cs typeface="Libre Baskerville"/>
                <a:sym typeface="Libre Baskerville"/>
              </a:defRPr>
            </a:lvl8pPr>
            <a:lvl9pPr indent="-342900" lvl="8" marL="4114800" marR="0" rtl="0" algn="l">
              <a:spcBef>
                <a:spcPts val="370"/>
              </a:spcBef>
              <a:spcAft>
                <a:spcPts val="0"/>
              </a:spcAft>
              <a:buClr>
                <a:srgbClr val="CAABA9"/>
              </a:buClr>
              <a:buSzPts val="1800"/>
              <a:buFont typeface="Libre Baskerville"/>
              <a:buChar char="•"/>
              <a:defRPr b="0" i="0" sz="1800" u="none" cap="none" strike="noStrike">
                <a:solidFill>
                  <a:schemeClr val="dk1"/>
                </a:solidFill>
                <a:latin typeface="Libre Baskerville"/>
                <a:ea typeface="Libre Baskerville"/>
                <a:cs typeface="Libre Baskerville"/>
                <a:sym typeface="Libre Baskerville"/>
              </a:defRPr>
            </a:lvl9pPr>
          </a:lstStyle>
          <a:p/>
        </p:txBody>
      </p:sp>
      <p:sp>
        <p:nvSpPr>
          <p:cNvPr id="14" name="Google Shape;14;p1"/>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Clr>
                <a:schemeClr val="dk2"/>
              </a:buClr>
              <a:buSzPts val="1400"/>
              <a:buFont typeface="Times New Roman"/>
              <a:buNone/>
              <a:defRPr b="0" i="0" sz="1400" u="none" cap="none" strike="noStrike">
                <a:solidFill>
                  <a:schemeClr val="dk2"/>
                </a:solidFill>
                <a:latin typeface="Times New Roman"/>
                <a:ea typeface="Times New Roman"/>
                <a:cs typeface="Times New Roman"/>
                <a:sym typeface="Times New Roman"/>
              </a:defRPr>
            </a:lvl1pPr>
            <a:lvl2pPr lvl="1" marR="0" rtl="0" algn="ctr">
              <a:lnSpc>
                <a:spcPct val="100000"/>
              </a:lnSpc>
              <a:spcBef>
                <a:spcPts val="0"/>
              </a:spcBef>
              <a:spcAft>
                <a:spcPts val="0"/>
              </a:spcAft>
              <a:buClr>
                <a:schemeClr val="dk1"/>
              </a:buClr>
              <a:buSzPts val="1600"/>
              <a:buFont typeface="Times New Roman"/>
              <a:buNone/>
              <a:defRPr b="0" i="0" sz="1600" u="none" cap="none" strike="noStrike">
                <a:solidFill>
                  <a:schemeClr val="dk1"/>
                </a:solidFill>
                <a:latin typeface="Times New Roman"/>
                <a:ea typeface="Times New Roman"/>
                <a:cs typeface="Times New Roman"/>
                <a:sym typeface="Times New Roman"/>
              </a:defRPr>
            </a:lvl2pPr>
            <a:lvl3pPr lvl="2" marR="0" rtl="0" algn="ctr">
              <a:lnSpc>
                <a:spcPct val="100000"/>
              </a:lnSpc>
              <a:spcBef>
                <a:spcPts val="0"/>
              </a:spcBef>
              <a:spcAft>
                <a:spcPts val="0"/>
              </a:spcAft>
              <a:buClr>
                <a:schemeClr val="dk1"/>
              </a:buClr>
              <a:buSzPts val="1600"/>
              <a:buFont typeface="Times New Roman"/>
              <a:buNone/>
              <a:defRPr b="0" i="0" sz="1600" u="none" cap="none" strike="noStrike">
                <a:solidFill>
                  <a:schemeClr val="dk1"/>
                </a:solidFill>
                <a:latin typeface="Times New Roman"/>
                <a:ea typeface="Times New Roman"/>
                <a:cs typeface="Times New Roman"/>
                <a:sym typeface="Times New Roman"/>
              </a:defRPr>
            </a:lvl3pPr>
            <a:lvl4pPr lvl="3" marR="0" rtl="0" algn="ctr">
              <a:lnSpc>
                <a:spcPct val="100000"/>
              </a:lnSpc>
              <a:spcBef>
                <a:spcPts val="0"/>
              </a:spcBef>
              <a:spcAft>
                <a:spcPts val="0"/>
              </a:spcAft>
              <a:buClr>
                <a:schemeClr val="dk1"/>
              </a:buClr>
              <a:buSzPts val="1600"/>
              <a:buFont typeface="Times New Roman"/>
              <a:buNone/>
              <a:defRPr b="0" i="0" sz="1600" u="none" cap="none" strike="noStrike">
                <a:solidFill>
                  <a:schemeClr val="dk1"/>
                </a:solidFill>
                <a:latin typeface="Times New Roman"/>
                <a:ea typeface="Times New Roman"/>
                <a:cs typeface="Times New Roman"/>
                <a:sym typeface="Times New Roman"/>
              </a:defRPr>
            </a:lvl4pPr>
            <a:lvl5pPr lvl="4" marR="0" rtl="0" algn="ctr">
              <a:lnSpc>
                <a:spcPct val="100000"/>
              </a:lnSpc>
              <a:spcBef>
                <a:spcPts val="0"/>
              </a:spcBef>
              <a:spcAft>
                <a:spcPts val="0"/>
              </a:spcAft>
              <a:buClr>
                <a:schemeClr val="dk1"/>
              </a:buClr>
              <a:buSzPts val="1600"/>
              <a:buFont typeface="Times New Roman"/>
              <a:buNone/>
              <a:defRPr b="0" i="0" sz="1600" u="none" cap="none" strike="noStrike">
                <a:solidFill>
                  <a:schemeClr val="dk1"/>
                </a:solidFill>
                <a:latin typeface="Times New Roman"/>
                <a:ea typeface="Times New Roman"/>
                <a:cs typeface="Times New Roman"/>
                <a:sym typeface="Times New Roman"/>
              </a:defRPr>
            </a:lvl5pPr>
            <a:lvl6pPr lvl="5" marR="0" rtl="0" algn="ctr">
              <a:lnSpc>
                <a:spcPct val="100000"/>
              </a:lnSpc>
              <a:spcBef>
                <a:spcPts val="0"/>
              </a:spcBef>
              <a:spcAft>
                <a:spcPts val="0"/>
              </a:spcAft>
              <a:buClr>
                <a:schemeClr val="dk1"/>
              </a:buClr>
              <a:buSzPts val="1600"/>
              <a:buFont typeface="Times New Roman"/>
              <a:buNone/>
              <a:defRPr b="0" i="0" sz="1600" u="none" cap="none" strike="noStrike">
                <a:solidFill>
                  <a:schemeClr val="dk1"/>
                </a:solidFill>
                <a:latin typeface="Times New Roman"/>
                <a:ea typeface="Times New Roman"/>
                <a:cs typeface="Times New Roman"/>
                <a:sym typeface="Times New Roman"/>
              </a:defRPr>
            </a:lvl6pPr>
            <a:lvl7pPr lvl="6" marR="0" rtl="0" algn="ctr">
              <a:lnSpc>
                <a:spcPct val="100000"/>
              </a:lnSpc>
              <a:spcBef>
                <a:spcPts val="0"/>
              </a:spcBef>
              <a:spcAft>
                <a:spcPts val="0"/>
              </a:spcAft>
              <a:buClr>
                <a:schemeClr val="dk1"/>
              </a:buClr>
              <a:buSzPts val="1600"/>
              <a:buFont typeface="Times New Roman"/>
              <a:buNone/>
              <a:defRPr b="0" i="0" sz="1600" u="none" cap="none" strike="noStrike">
                <a:solidFill>
                  <a:schemeClr val="dk1"/>
                </a:solidFill>
                <a:latin typeface="Times New Roman"/>
                <a:ea typeface="Times New Roman"/>
                <a:cs typeface="Times New Roman"/>
                <a:sym typeface="Times New Roman"/>
              </a:defRPr>
            </a:lvl7pPr>
            <a:lvl8pPr lvl="7" marR="0" rtl="0" algn="ctr">
              <a:lnSpc>
                <a:spcPct val="100000"/>
              </a:lnSpc>
              <a:spcBef>
                <a:spcPts val="0"/>
              </a:spcBef>
              <a:spcAft>
                <a:spcPts val="0"/>
              </a:spcAft>
              <a:buClr>
                <a:schemeClr val="dk1"/>
              </a:buClr>
              <a:buSzPts val="1600"/>
              <a:buFont typeface="Times New Roman"/>
              <a:buNone/>
              <a:defRPr b="0" i="0" sz="1600" u="none" cap="none" strike="noStrike">
                <a:solidFill>
                  <a:schemeClr val="dk1"/>
                </a:solidFill>
                <a:latin typeface="Times New Roman"/>
                <a:ea typeface="Times New Roman"/>
                <a:cs typeface="Times New Roman"/>
                <a:sym typeface="Times New Roman"/>
              </a:defRPr>
            </a:lvl8pPr>
            <a:lvl9pPr lvl="8" marR="0" rtl="0" algn="ctr">
              <a:lnSpc>
                <a:spcPct val="100000"/>
              </a:lnSpc>
              <a:spcBef>
                <a:spcPts val="0"/>
              </a:spcBef>
              <a:spcAft>
                <a:spcPts val="0"/>
              </a:spcAft>
              <a:buClr>
                <a:schemeClr val="dk1"/>
              </a:buClr>
              <a:buSzPts val="1600"/>
              <a:buFont typeface="Times New Roman"/>
              <a:buNone/>
              <a:defRPr b="0" i="0" sz="1600" u="none" cap="none" strike="noStrike">
                <a:solidFill>
                  <a:schemeClr val="dk1"/>
                </a:solidFill>
                <a:latin typeface="Times New Roman"/>
                <a:ea typeface="Times New Roman"/>
                <a:cs typeface="Times New Roman"/>
                <a:sym typeface="Times New Roman"/>
              </a:defRPr>
            </a:lvl9pPr>
          </a:lstStyle>
          <a:p/>
        </p:txBody>
      </p:sp>
      <p:sp>
        <p:nvSpPr>
          <p:cNvPr id="15" name="Google Shape;15;p1"/>
          <p:cNvSpPr txBox="1"/>
          <p:nvPr>
            <p:ph idx="11" type="ftr"/>
          </p:nvPr>
        </p:nvSpPr>
        <p:spPr>
          <a:xfrm>
            <a:off x="914400" y="6172200"/>
            <a:ext cx="3962400" cy="4572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chemeClr val="dk2"/>
              </a:buClr>
              <a:buSzPts val="1400"/>
              <a:buFont typeface="Times New Roman"/>
              <a:buNone/>
              <a:defRPr b="0" i="0" sz="1400" u="none" cap="none" strike="noStrike">
                <a:solidFill>
                  <a:schemeClr val="dk2"/>
                </a:solidFill>
                <a:latin typeface="Times New Roman"/>
                <a:ea typeface="Times New Roman"/>
                <a:cs typeface="Times New Roman"/>
                <a:sym typeface="Times New Roman"/>
              </a:defRPr>
            </a:lvl1pPr>
            <a:lvl2pPr lvl="1" marR="0" rtl="0" algn="ctr">
              <a:lnSpc>
                <a:spcPct val="100000"/>
              </a:lnSpc>
              <a:spcBef>
                <a:spcPts val="0"/>
              </a:spcBef>
              <a:spcAft>
                <a:spcPts val="0"/>
              </a:spcAft>
              <a:buClr>
                <a:schemeClr val="dk1"/>
              </a:buClr>
              <a:buSzPts val="1600"/>
              <a:buFont typeface="Times New Roman"/>
              <a:buNone/>
              <a:defRPr b="0" i="0" sz="1600" u="none" cap="none" strike="noStrike">
                <a:solidFill>
                  <a:schemeClr val="dk1"/>
                </a:solidFill>
                <a:latin typeface="Times New Roman"/>
                <a:ea typeface="Times New Roman"/>
                <a:cs typeface="Times New Roman"/>
                <a:sym typeface="Times New Roman"/>
              </a:defRPr>
            </a:lvl2pPr>
            <a:lvl3pPr lvl="2" marR="0" rtl="0" algn="ctr">
              <a:lnSpc>
                <a:spcPct val="100000"/>
              </a:lnSpc>
              <a:spcBef>
                <a:spcPts val="0"/>
              </a:spcBef>
              <a:spcAft>
                <a:spcPts val="0"/>
              </a:spcAft>
              <a:buClr>
                <a:schemeClr val="dk1"/>
              </a:buClr>
              <a:buSzPts val="1600"/>
              <a:buFont typeface="Times New Roman"/>
              <a:buNone/>
              <a:defRPr b="0" i="0" sz="1600" u="none" cap="none" strike="noStrike">
                <a:solidFill>
                  <a:schemeClr val="dk1"/>
                </a:solidFill>
                <a:latin typeface="Times New Roman"/>
                <a:ea typeface="Times New Roman"/>
                <a:cs typeface="Times New Roman"/>
                <a:sym typeface="Times New Roman"/>
              </a:defRPr>
            </a:lvl3pPr>
            <a:lvl4pPr lvl="3" marR="0" rtl="0" algn="ctr">
              <a:lnSpc>
                <a:spcPct val="100000"/>
              </a:lnSpc>
              <a:spcBef>
                <a:spcPts val="0"/>
              </a:spcBef>
              <a:spcAft>
                <a:spcPts val="0"/>
              </a:spcAft>
              <a:buClr>
                <a:schemeClr val="dk1"/>
              </a:buClr>
              <a:buSzPts val="1600"/>
              <a:buFont typeface="Times New Roman"/>
              <a:buNone/>
              <a:defRPr b="0" i="0" sz="1600" u="none" cap="none" strike="noStrike">
                <a:solidFill>
                  <a:schemeClr val="dk1"/>
                </a:solidFill>
                <a:latin typeface="Times New Roman"/>
                <a:ea typeface="Times New Roman"/>
                <a:cs typeface="Times New Roman"/>
                <a:sym typeface="Times New Roman"/>
              </a:defRPr>
            </a:lvl4pPr>
            <a:lvl5pPr lvl="4" marR="0" rtl="0" algn="ctr">
              <a:lnSpc>
                <a:spcPct val="100000"/>
              </a:lnSpc>
              <a:spcBef>
                <a:spcPts val="0"/>
              </a:spcBef>
              <a:spcAft>
                <a:spcPts val="0"/>
              </a:spcAft>
              <a:buClr>
                <a:schemeClr val="dk1"/>
              </a:buClr>
              <a:buSzPts val="1600"/>
              <a:buFont typeface="Times New Roman"/>
              <a:buNone/>
              <a:defRPr b="0" i="0" sz="1600" u="none" cap="none" strike="noStrike">
                <a:solidFill>
                  <a:schemeClr val="dk1"/>
                </a:solidFill>
                <a:latin typeface="Times New Roman"/>
                <a:ea typeface="Times New Roman"/>
                <a:cs typeface="Times New Roman"/>
                <a:sym typeface="Times New Roman"/>
              </a:defRPr>
            </a:lvl5pPr>
            <a:lvl6pPr lvl="5" marR="0" rtl="0" algn="ctr">
              <a:lnSpc>
                <a:spcPct val="100000"/>
              </a:lnSpc>
              <a:spcBef>
                <a:spcPts val="0"/>
              </a:spcBef>
              <a:spcAft>
                <a:spcPts val="0"/>
              </a:spcAft>
              <a:buClr>
                <a:schemeClr val="dk1"/>
              </a:buClr>
              <a:buSzPts val="1600"/>
              <a:buFont typeface="Times New Roman"/>
              <a:buNone/>
              <a:defRPr b="0" i="0" sz="1600" u="none" cap="none" strike="noStrike">
                <a:solidFill>
                  <a:schemeClr val="dk1"/>
                </a:solidFill>
                <a:latin typeface="Times New Roman"/>
                <a:ea typeface="Times New Roman"/>
                <a:cs typeface="Times New Roman"/>
                <a:sym typeface="Times New Roman"/>
              </a:defRPr>
            </a:lvl6pPr>
            <a:lvl7pPr lvl="6" marR="0" rtl="0" algn="ctr">
              <a:lnSpc>
                <a:spcPct val="100000"/>
              </a:lnSpc>
              <a:spcBef>
                <a:spcPts val="0"/>
              </a:spcBef>
              <a:spcAft>
                <a:spcPts val="0"/>
              </a:spcAft>
              <a:buClr>
                <a:schemeClr val="dk1"/>
              </a:buClr>
              <a:buSzPts val="1600"/>
              <a:buFont typeface="Times New Roman"/>
              <a:buNone/>
              <a:defRPr b="0" i="0" sz="1600" u="none" cap="none" strike="noStrike">
                <a:solidFill>
                  <a:schemeClr val="dk1"/>
                </a:solidFill>
                <a:latin typeface="Times New Roman"/>
                <a:ea typeface="Times New Roman"/>
                <a:cs typeface="Times New Roman"/>
                <a:sym typeface="Times New Roman"/>
              </a:defRPr>
            </a:lvl7pPr>
            <a:lvl8pPr lvl="7" marR="0" rtl="0" algn="ctr">
              <a:lnSpc>
                <a:spcPct val="100000"/>
              </a:lnSpc>
              <a:spcBef>
                <a:spcPts val="0"/>
              </a:spcBef>
              <a:spcAft>
                <a:spcPts val="0"/>
              </a:spcAft>
              <a:buClr>
                <a:schemeClr val="dk1"/>
              </a:buClr>
              <a:buSzPts val="1600"/>
              <a:buFont typeface="Times New Roman"/>
              <a:buNone/>
              <a:defRPr b="0" i="0" sz="1600" u="none" cap="none" strike="noStrike">
                <a:solidFill>
                  <a:schemeClr val="dk1"/>
                </a:solidFill>
                <a:latin typeface="Times New Roman"/>
                <a:ea typeface="Times New Roman"/>
                <a:cs typeface="Times New Roman"/>
                <a:sym typeface="Times New Roman"/>
              </a:defRPr>
            </a:lvl8pPr>
            <a:lvl9pPr lvl="8" marR="0" rtl="0" algn="ctr">
              <a:lnSpc>
                <a:spcPct val="100000"/>
              </a:lnSpc>
              <a:spcBef>
                <a:spcPts val="0"/>
              </a:spcBef>
              <a:spcAft>
                <a:spcPts val="0"/>
              </a:spcAft>
              <a:buClr>
                <a:schemeClr val="dk1"/>
              </a:buClr>
              <a:buSzPts val="1600"/>
              <a:buFont typeface="Times New Roman"/>
              <a:buNone/>
              <a:defRPr b="0" i="0" sz="1600" u="none" cap="none" strike="noStrike">
                <a:solidFill>
                  <a:schemeClr val="dk1"/>
                </a:solidFill>
                <a:latin typeface="Times New Roman"/>
                <a:ea typeface="Times New Roman"/>
                <a:cs typeface="Times New Roman"/>
                <a:sym typeface="Times New Roman"/>
              </a:defRPr>
            </a:lvl9pPr>
          </a:lstStyle>
          <a:p/>
        </p:txBody>
      </p:sp>
      <p:sp>
        <p:nvSpPr>
          <p:cNvPr id="16" name="Google Shape;16;p1"/>
          <p:cNvSpPr/>
          <p:nvPr>
            <p:ph idx="12" type="sldNum"/>
          </p:nvPr>
        </p:nvSpPr>
        <p:spPr>
          <a:xfrm>
            <a:off x="146050" y="6210300"/>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marR="0" rtl="0" algn="ctr">
              <a:lnSpc>
                <a:spcPct val="100000"/>
              </a:lnSpc>
              <a:spcBef>
                <a:spcPts val="0"/>
              </a:spcBef>
              <a:spcAft>
                <a:spcPts val="0"/>
              </a:spcAft>
              <a:buClr>
                <a:srgbClr val="FFFFFF"/>
              </a:buClr>
              <a:buSzPts val="1400"/>
              <a:buFont typeface="Libre Franklin"/>
              <a:buNone/>
              <a:defRPr b="0" i="0" sz="1400" u="none" cap="none" strike="noStrike">
                <a:solidFill>
                  <a:srgbClr val="FFFFFF"/>
                </a:solidFill>
                <a:latin typeface="Libre Franklin"/>
                <a:ea typeface="Libre Franklin"/>
                <a:cs typeface="Libre Franklin"/>
                <a:sym typeface="Libre Franklin"/>
              </a:defRPr>
            </a:lvl1pPr>
            <a:lvl2pPr indent="0" lvl="1" marL="0" marR="0" rtl="0" algn="ctr">
              <a:lnSpc>
                <a:spcPct val="100000"/>
              </a:lnSpc>
              <a:spcBef>
                <a:spcPts val="0"/>
              </a:spcBef>
              <a:spcAft>
                <a:spcPts val="0"/>
              </a:spcAft>
              <a:buClr>
                <a:srgbClr val="FFFFFF"/>
              </a:buClr>
              <a:buSzPts val="1400"/>
              <a:buFont typeface="Libre Franklin"/>
              <a:buNone/>
              <a:defRPr b="0" i="0" sz="1400" u="none" cap="none" strike="noStrike">
                <a:solidFill>
                  <a:srgbClr val="FFFFFF"/>
                </a:solidFill>
                <a:latin typeface="Libre Franklin"/>
                <a:ea typeface="Libre Franklin"/>
                <a:cs typeface="Libre Franklin"/>
                <a:sym typeface="Libre Franklin"/>
              </a:defRPr>
            </a:lvl2pPr>
            <a:lvl3pPr indent="0" lvl="2" marL="0" marR="0" rtl="0" algn="ctr">
              <a:lnSpc>
                <a:spcPct val="100000"/>
              </a:lnSpc>
              <a:spcBef>
                <a:spcPts val="0"/>
              </a:spcBef>
              <a:spcAft>
                <a:spcPts val="0"/>
              </a:spcAft>
              <a:buClr>
                <a:srgbClr val="FFFFFF"/>
              </a:buClr>
              <a:buSzPts val="1400"/>
              <a:buFont typeface="Libre Franklin"/>
              <a:buNone/>
              <a:defRPr b="0" i="0" sz="1400" u="none" cap="none" strike="noStrike">
                <a:solidFill>
                  <a:srgbClr val="FFFFFF"/>
                </a:solidFill>
                <a:latin typeface="Libre Franklin"/>
                <a:ea typeface="Libre Franklin"/>
                <a:cs typeface="Libre Franklin"/>
                <a:sym typeface="Libre Franklin"/>
              </a:defRPr>
            </a:lvl3pPr>
            <a:lvl4pPr indent="0" lvl="3" marL="0" marR="0" rtl="0" algn="ctr">
              <a:lnSpc>
                <a:spcPct val="100000"/>
              </a:lnSpc>
              <a:spcBef>
                <a:spcPts val="0"/>
              </a:spcBef>
              <a:spcAft>
                <a:spcPts val="0"/>
              </a:spcAft>
              <a:buClr>
                <a:srgbClr val="FFFFFF"/>
              </a:buClr>
              <a:buSzPts val="1400"/>
              <a:buFont typeface="Libre Franklin"/>
              <a:buNone/>
              <a:defRPr b="0" i="0" sz="1400" u="none" cap="none" strike="noStrike">
                <a:solidFill>
                  <a:srgbClr val="FFFFFF"/>
                </a:solidFill>
                <a:latin typeface="Libre Franklin"/>
                <a:ea typeface="Libre Franklin"/>
                <a:cs typeface="Libre Franklin"/>
                <a:sym typeface="Libre Franklin"/>
              </a:defRPr>
            </a:lvl4pPr>
            <a:lvl5pPr indent="0" lvl="4" marL="0" marR="0" rtl="0" algn="ctr">
              <a:lnSpc>
                <a:spcPct val="100000"/>
              </a:lnSpc>
              <a:spcBef>
                <a:spcPts val="0"/>
              </a:spcBef>
              <a:spcAft>
                <a:spcPts val="0"/>
              </a:spcAft>
              <a:buClr>
                <a:srgbClr val="FFFFFF"/>
              </a:buClr>
              <a:buSzPts val="1400"/>
              <a:buFont typeface="Libre Franklin"/>
              <a:buNone/>
              <a:defRPr b="0" i="0" sz="1400" u="none" cap="none" strike="noStrike">
                <a:solidFill>
                  <a:srgbClr val="FFFFFF"/>
                </a:solidFill>
                <a:latin typeface="Libre Franklin"/>
                <a:ea typeface="Libre Franklin"/>
                <a:cs typeface="Libre Franklin"/>
                <a:sym typeface="Libre Franklin"/>
              </a:defRPr>
            </a:lvl5pPr>
            <a:lvl6pPr indent="0" lvl="5" marL="0" marR="0" rtl="0" algn="ctr">
              <a:lnSpc>
                <a:spcPct val="100000"/>
              </a:lnSpc>
              <a:spcBef>
                <a:spcPts val="0"/>
              </a:spcBef>
              <a:spcAft>
                <a:spcPts val="0"/>
              </a:spcAft>
              <a:buClr>
                <a:srgbClr val="FFFFFF"/>
              </a:buClr>
              <a:buSzPts val="1400"/>
              <a:buFont typeface="Libre Franklin"/>
              <a:buNone/>
              <a:defRPr b="0" i="0" sz="1400" u="none" cap="none" strike="noStrike">
                <a:solidFill>
                  <a:srgbClr val="FFFFFF"/>
                </a:solidFill>
                <a:latin typeface="Libre Franklin"/>
                <a:ea typeface="Libre Franklin"/>
                <a:cs typeface="Libre Franklin"/>
                <a:sym typeface="Libre Franklin"/>
              </a:defRPr>
            </a:lvl6pPr>
            <a:lvl7pPr indent="0" lvl="6" marL="0" marR="0" rtl="0" algn="ctr">
              <a:lnSpc>
                <a:spcPct val="100000"/>
              </a:lnSpc>
              <a:spcBef>
                <a:spcPts val="0"/>
              </a:spcBef>
              <a:spcAft>
                <a:spcPts val="0"/>
              </a:spcAft>
              <a:buClr>
                <a:srgbClr val="FFFFFF"/>
              </a:buClr>
              <a:buSzPts val="1400"/>
              <a:buFont typeface="Libre Franklin"/>
              <a:buNone/>
              <a:defRPr b="0" i="0" sz="1400" u="none" cap="none" strike="noStrike">
                <a:solidFill>
                  <a:srgbClr val="FFFFFF"/>
                </a:solidFill>
                <a:latin typeface="Libre Franklin"/>
                <a:ea typeface="Libre Franklin"/>
                <a:cs typeface="Libre Franklin"/>
                <a:sym typeface="Libre Franklin"/>
              </a:defRPr>
            </a:lvl7pPr>
            <a:lvl8pPr indent="0" lvl="7" marL="0" marR="0" rtl="0" algn="ctr">
              <a:lnSpc>
                <a:spcPct val="100000"/>
              </a:lnSpc>
              <a:spcBef>
                <a:spcPts val="0"/>
              </a:spcBef>
              <a:spcAft>
                <a:spcPts val="0"/>
              </a:spcAft>
              <a:buClr>
                <a:srgbClr val="FFFFFF"/>
              </a:buClr>
              <a:buSzPts val="1400"/>
              <a:buFont typeface="Libre Franklin"/>
              <a:buNone/>
              <a:defRPr b="0" i="0" sz="1400" u="none" cap="none" strike="noStrike">
                <a:solidFill>
                  <a:srgbClr val="FFFFFF"/>
                </a:solidFill>
                <a:latin typeface="Libre Franklin"/>
                <a:ea typeface="Libre Franklin"/>
                <a:cs typeface="Libre Franklin"/>
                <a:sym typeface="Libre Franklin"/>
              </a:defRPr>
            </a:lvl8pPr>
            <a:lvl9pPr indent="0" lvl="8" marL="0" marR="0" rtl="0" algn="ctr">
              <a:lnSpc>
                <a:spcPct val="100000"/>
              </a:lnSpc>
              <a:spcBef>
                <a:spcPts val="0"/>
              </a:spcBef>
              <a:spcAft>
                <a:spcPts val="0"/>
              </a:spcAft>
              <a:buClr>
                <a:srgbClr val="FFFFFF"/>
              </a:buClr>
              <a:buSzPts val="1400"/>
              <a:buFont typeface="Libre Franklin"/>
              <a:buNone/>
              <a:defRPr b="0" i="0" sz="1400" u="none" cap="none" strike="noStrike">
                <a:solidFill>
                  <a:srgbClr val="FFFFFF"/>
                </a:solidFill>
                <a:latin typeface="Libre Franklin"/>
                <a:ea typeface="Libre Franklin"/>
                <a:cs typeface="Libre Franklin"/>
                <a:sym typeface="Libre Franklin"/>
              </a:defRPr>
            </a:lvl9pPr>
          </a:lstStyle>
          <a:p>
            <a:pPr indent="0" lvl="0" marL="0" rtl="0" algn="ctr">
              <a:spcBef>
                <a:spcPts val="0"/>
              </a:spcBef>
              <a:spcAft>
                <a:spcPts val="0"/>
              </a:spcAft>
              <a:buNone/>
            </a:pPr>
            <a:fld id="{00000000-1234-1234-1234-123412341234}" type="slidenum">
              <a:rPr lang="en-IN"/>
              <a:t>‹#›</a:t>
            </a:fld>
            <a:endParaRPr>
              <a:latin typeface="Times New Roman"/>
              <a:ea typeface="Times New Roman"/>
              <a:cs typeface="Times New Roman"/>
              <a:sym typeface="Times New Roman"/>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13"/>
          <p:cNvSpPr txBox="1"/>
          <p:nvPr>
            <p:ph idx="1" type="subTitle"/>
          </p:nvPr>
        </p:nvSpPr>
        <p:spPr>
          <a:xfrm>
            <a:off x="2555875" y="4508500"/>
            <a:ext cx="6400800" cy="16002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SzPts val="2210"/>
              <a:buFont typeface="Noto Sans Symbols"/>
              <a:buNone/>
            </a:pPr>
            <a:r>
              <a:rPr lang="en-IN">
                <a:latin typeface="Libre Baskerville"/>
                <a:ea typeface="Libre Baskerville"/>
                <a:cs typeface="Libre Baskerville"/>
                <a:sym typeface="Libre Baskerville"/>
              </a:rPr>
              <a:t>                                          </a:t>
            </a:r>
            <a:endParaRPr/>
          </a:p>
          <a:p>
            <a:pPr indent="0" lvl="0" marL="0" rtl="0" algn="ctr">
              <a:spcBef>
                <a:spcPts val="580"/>
              </a:spcBef>
              <a:spcAft>
                <a:spcPts val="0"/>
              </a:spcAft>
              <a:buSzPts val="2210"/>
              <a:buFont typeface="Noto Sans Symbols"/>
              <a:buNone/>
            </a:pPr>
            <a:r>
              <a:rPr lang="en-IN"/>
              <a:t>                                  </a:t>
            </a:r>
            <a:r>
              <a:rPr lang="en-IN">
                <a:latin typeface="Libre Baskerville"/>
                <a:ea typeface="Libre Baskerville"/>
                <a:cs typeface="Libre Baskerville"/>
                <a:sym typeface="Libre Baskerville"/>
              </a:rPr>
              <a:t> </a:t>
            </a:r>
            <a:r>
              <a:rPr lang="en-IN" sz="2000">
                <a:latin typeface="Libre Baskerville"/>
                <a:ea typeface="Libre Baskerville"/>
                <a:cs typeface="Libre Baskerville"/>
                <a:sym typeface="Libre Baskerville"/>
              </a:rPr>
              <a:t>By –</a:t>
            </a:r>
            <a:r>
              <a:rPr lang="en-IN" sz="2000"/>
              <a:t>Prakash Khasor,</a:t>
            </a:r>
            <a:br>
              <a:rPr lang="en-IN" sz="2000"/>
            </a:br>
            <a:r>
              <a:rPr lang="en-IN" sz="2000"/>
              <a:t>                                                  Assistant Professor(Cyber Security),</a:t>
            </a:r>
            <a:br>
              <a:rPr lang="en-IN" sz="2000"/>
            </a:br>
            <a:r>
              <a:rPr lang="en-IN" sz="2000"/>
              <a:t>                                                National Forensic Sciences University</a:t>
            </a:r>
            <a:endParaRPr sz="2000">
              <a:latin typeface="Libre Baskerville"/>
              <a:ea typeface="Libre Baskerville"/>
              <a:cs typeface="Libre Baskerville"/>
              <a:sym typeface="Libre Baskerville"/>
            </a:endParaRPr>
          </a:p>
        </p:txBody>
      </p:sp>
      <p:sp>
        <p:nvSpPr>
          <p:cNvPr id="107" name="Google Shape;107;p13"/>
          <p:cNvSpPr txBox="1"/>
          <p:nvPr>
            <p:ph type="ctrTitle"/>
          </p:nvPr>
        </p:nvSpPr>
        <p:spPr>
          <a:xfrm>
            <a:off x="457200" y="1506538"/>
            <a:ext cx="8229600" cy="1470025"/>
          </a:xfrm>
          <a:prstGeom prst="rect">
            <a:avLst/>
          </a:prstGeom>
          <a:noFill/>
          <a:ln>
            <a:noFill/>
          </a:ln>
        </p:spPr>
        <p:txBody>
          <a:bodyPr anchorCtr="0" anchor="ctr" bIns="91425" lIns="91425" spcFirstLastPara="1" rIns="91425" wrap="square" tIns="45700">
            <a:noAutofit/>
          </a:bodyPr>
          <a:lstStyle/>
          <a:p>
            <a:pPr indent="0" lvl="0" marL="0" rtl="0" algn="ctr">
              <a:spcBef>
                <a:spcPts val="0"/>
              </a:spcBef>
              <a:spcAft>
                <a:spcPts val="0"/>
              </a:spcAft>
              <a:buClr>
                <a:srgbClr val="FFFFFF"/>
              </a:buClr>
              <a:buSzPts val="4000"/>
              <a:buFont typeface="Libre Franklin"/>
              <a:buNone/>
            </a:pPr>
            <a:r>
              <a:rPr lang="en-IN">
                <a:solidFill>
                  <a:srgbClr val="FFFFFF"/>
                </a:solidFill>
                <a:latin typeface="Libre Franklin"/>
                <a:ea typeface="Libre Franklin"/>
                <a:cs typeface="Libre Franklin"/>
                <a:sym typeface="Libre Franklin"/>
              </a:rPr>
              <a:t>Web Application Security</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14"/>
          <p:cNvSpPr txBox="1"/>
          <p:nvPr>
            <p:ph type="title"/>
          </p:nvPr>
        </p:nvSpPr>
        <p:spPr>
          <a:xfrm>
            <a:off x="914400" y="274638"/>
            <a:ext cx="7772400" cy="850106"/>
          </a:xfrm>
          <a:prstGeom prst="rect">
            <a:avLst/>
          </a:prstGeom>
          <a:noFill/>
          <a:ln>
            <a:noFill/>
          </a:ln>
        </p:spPr>
        <p:txBody>
          <a:bodyPr anchorCtr="0" anchor="b" bIns="91425" lIns="91425" spcFirstLastPara="1" rIns="91425" wrap="square" tIns="45700">
            <a:noAutofit/>
          </a:bodyPr>
          <a:lstStyle/>
          <a:p>
            <a:pPr indent="0" lvl="0" marL="0" rtl="0" algn="l">
              <a:spcBef>
                <a:spcPts val="0"/>
              </a:spcBef>
              <a:spcAft>
                <a:spcPts val="0"/>
              </a:spcAft>
              <a:buClr>
                <a:srgbClr val="FF3300"/>
              </a:buClr>
              <a:buSzPts val="4000"/>
              <a:buFont typeface="Times New Roman"/>
              <a:buNone/>
            </a:pPr>
            <a:r>
              <a:rPr lang="en-IN" u="sng">
                <a:solidFill>
                  <a:srgbClr val="FF3300"/>
                </a:solidFill>
                <a:latin typeface="Times New Roman"/>
                <a:ea typeface="Times New Roman"/>
                <a:cs typeface="Times New Roman"/>
                <a:sym typeface="Times New Roman"/>
              </a:rPr>
              <a:t>HTTP and its methods</a:t>
            </a:r>
            <a:endParaRPr/>
          </a:p>
        </p:txBody>
      </p:sp>
      <p:sp>
        <p:nvSpPr>
          <p:cNvPr id="114" name="Google Shape;114;p14"/>
          <p:cNvSpPr txBox="1"/>
          <p:nvPr>
            <p:ph idx="1" type="body"/>
          </p:nvPr>
        </p:nvSpPr>
        <p:spPr>
          <a:xfrm>
            <a:off x="348680" y="1286272"/>
            <a:ext cx="8338120" cy="5095056"/>
          </a:xfrm>
          <a:prstGeom prst="rect">
            <a:avLst/>
          </a:prstGeom>
          <a:noFill/>
          <a:ln>
            <a:noFill/>
          </a:ln>
        </p:spPr>
        <p:txBody>
          <a:bodyPr anchorCtr="0" anchor="t" bIns="45700" lIns="91425" spcFirstLastPara="1" rIns="91425" wrap="square" tIns="45700">
            <a:noAutofit/>
          </a:bodyPr>
          <a:lstStyle/>
          <a:p>
            <a:pPr indent="-274320" lvl="0" marL="274320" rtl="0" algn="l">
              <a:spcBef>
                <a:spcPts val="0"/>
              </a:spcBef>
              <a:spcAft>
                <a:spcPts val="0"/>
              </a:spcAft>
              <a:buSzPts val="2040"/>
              <a:buFont typeface="Noto Sans Symbols"/>
              <a:buChar char="⚫"/>
            </a:pPr>
            <a:r>
              <a:rPr lang="en-IN" sz="2400">
                <a:latin typeface="Times New Roman"/>
                <a:ea typeface="Times New Roman"/>
                <a:cs typeface="Times New Roman"/>
                <a:sym typeface="Times New Roman"/>
              </a:rPr>
              <a:t> The Hypertext Transfer Protocol (HTTP) is an application layer protocol for distributed, collaborative, hypermedia information systems.</a:t>
            </a:r>
            <a:endParaRPr/>
          </a:p>
          <a:p>
            <a:pPr indent="-274320" lvl="0" marL="274320" rtl="0" algn="l">
              <a:spcBef>
                <a:spcPts val="580"/>
              </a:spcBef>
              <a:spcAft>
                <a:spcPts val="0"/>
              </a:spcAft>
              <a:buSzPts val="2040"/>
              <a:buChar char="⚫"/>
            </a:pPr>
            <a:r>
              <a:rPr lang="en-IN" sz="2400">
                <a:latin typeface="Times New Roman"/>
                <a:ea typeface="Times New Roman"/>
                <a:cs typeface="Times New Roman"/>
                <a:sym typeface="Times New Roman"/>
              </a:rPr>
              <a:t>HTTP is a server- client protocol. All communication is initiated by the client, in the form of an HTTP request. On receiving this request, the server sends an HTTP response back to the client.</a:t>
            </a:r>
            <a:endParaRPr/>
          </a:p>
          <a:p>
            <a:pPr indent="0" lvl="0" marL="0" rtl="0" algn="l">
              <a:spcBef>
                <a:spcPts val="580"/>
              </a:spcBef>
              <a:spcAft>
                <a:spcPts val="0"/>
              </a:spcAft>
              <a:buSzPts val="2040"/>
              <a:buNone/>
            </a:pPr>
            <a:r>
              <a:t/>
            </a:r>
            <a:endParaRPr sz="2400">
              <a:latin typeface="Times New Roman"/>
              <a:ea typeface="Times New Roman"/>
              <a:cs typeface="Times New Roman"/>
              <a:sym typeface="Times New Roman"/>
            </a:endParaRPr>
          </a:p>
          <a:p>
            <a:pPr indent="-274320" lvl="0" marL="274320" rtl="0" algn="l">
              <a:spcBef>
                <a:spcPts val="580"/>
              </a:spcBef>
              <a:spcAft>
                <a:spcPts val="0"/>
              </a:spcAft>
              <a:buSzPts val="2040"/>
              <a:buFont typeface="Noto Sans Symbols"/>
              <a:buChar char="⚫"/>
            </a:pPr>
            <a:r>
              <a:rPr b="1" lang="en-IN" sz="2400">
                <a:latin typeface="Times New Roman"/>
                <a:ea typeface="Times New Roman"/>
                <a:cs typeface="Times New Roman"/>
                <a:sym typeface="Times New Roman"/>
              </a:rPr>
              <a:t>PORT:-80 HTTP</a:t>
            </a:r>
            <a:endParaRPr/>
          </a:p>
          <a:p>
            <a:pPr indent="0" lvl="0" marL="0" rtl="0" algn="l">
              <a:spcBef>
                <a:spcPts val="580"/>
              </a:spcBef>
              <a:spcAft>
                <a:spcPts val="0"/>
              </a:spcAft>
              <a:buSzPts val="2040"/>
              <a:buNone/>
            </a:pPr>
            <a:r>
              <a:rPr b="1" lang="en-IN" sz="2400">
                <a:latin typeface="Times New Roman"/>
                <a:ea typeface="Times New Roman"/>
                <a:cs typeface="Times New Roman"/>
                <a:sym typeface="Times New Roman"/>
              </a:rPr>
              <a:t>              443 HTTPS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15"/>
          <p:cNvSpPr txBox="1"/>
          <p:nvPr>
            <p:ph type="title"/>
          </p:nvPr>
        </p:nvSpPr>
        <p:spPr>
          <a:xfrm>
            <a:off x="914400" y="274638"/>
            <a:ext cx="7772400" cy="850106"/>
          </a:xfrm>
          <a:prstGeom prst="rect">
            <a:avLst/>
          </a:prstGeom>
          <a:noFill/>
          <a:ln>
            <a:noFill/>
          </a:ln>
        </p:spPr>
        <p:txBody>
          <a:bodyPr anchorCtr="0" anchor="b" bIns="91425" lIns="91425" spcFirstLastPara="1" rIns="91425" wrap="square" tIns="45700">
            <a:noAutofit/>
          </a:bodyPr>
          <a:lstStyle/>
          <a:p>
            <a:pPr indent="0" lvl="0" marL="0" rtl="0" algn="l">
              <a:spcBef>
                <a:spcPts val="0"/>
              </a:spcBef>
              <a:spcAft>
                <a:spcPts val="0"/>
              </a:spcAft>
              <a:buClr>
                <a:srgbClr val="FF3300"/>
              </a:buClr>
              <a:buSzPts val="4000"/>
              <a:buFont typeface="Times New Roman"/>
              <a:buNone/>
            </a:pPr>
            <a:r>
              <a:rPr lang="en-IN" u="sng">
                <a:solidFill>
                  <a:srgbClr val="FF3300"/>
                </a:solidFill>
                <a:latin typeface="Times New Roman"/>
                <a:ea typeface="Times New Roman"/>
                <a:cs typeface="Times New Roman"/>
                <a:sym typeface="Times New Roman"/>
              </a:rPr>
              <a:t>Methods</a:t>
            </a:r>
            <a:endParaRPr/>
          </a:p>
        </p:txBody>
      </p:sp>
      <p:sp>
        <p:nvSpPr>
          <p:cNvPr id="121" name="Google Shape;121;p15"/>
          <p:cNvSpPr txBox="1"/>
          <p:nvPr>
            <p:ph idx="1" type="body"/>
          </p:nvPr>
        </p:nvSpPr>
        <p:spPr>
          <a:xfrm>
            <a:off x="348680" y="1286272"/>
            <a:ext cx="8338120" cy="5095056"/>
          </a:xfrm>
          <a:prstGeom prst="rect">
            <a:avLst/>
          </a:prstGeom>
          <a:noFill/>
          <a:ln>
            <a:noFill/>
          </a:ln>
        </p:spPr>
        <p:txBody>
          <a:bodyPr anchorCtr="0" anchor="t" bIns="45700" lIns="91425" spcFirstLastPara="1" rIns="91425" wrap="square" tIns="45700">
            <a:noAutofit/>
          </a:bodyPr>
          <a:lstStyle/>
          <a:p>
            <a:pPr indent="-274320" lvl="0" marL="274320" rtl="0" algn="l">
              <a:spcBef>
                <a:spcPts val="0"/>
              </a:spcBef>
              <a:spcAft>
                <a:spcPts val="0"/>
              </a:spcAft>
              <a:buSzPts val="2040"/>
              <a:buChar char="⚫"/>
            </a:pPr>
            <a:r>
              <a:rPr lang="en-IN" sz="2400">
                <a:latin typeface="Times New Roman"/>
                <a:ea typeface="Times New Roman"/>
                <a:cs typeface="Times New Roman"/>
                <a:sym typeface="Times New Roman"/>
              </a:rPr>
              <a:t>HTTP offers a number of methods that can be used to perform actions on the web server (the HTTP 1.1 standard refers to them as methods but they are also commonly described as verbs).</a:t>
            </a:r>
            <a:endParaRPr/>
          </a:p>
          <a:p>
            <a:pPr indent="0" lvl="0" marL="0" rtl="0" algn="l">
              <a:spcBef>
                <a:spcPts val="580"/>
              </a:spcBef>
              <a:spcAft>
                <a:spcPts val="0"/>
              </a:spcAft>
              <a:buSzPts val="2040"/>
              <a:buNone/>
            </a:pPr>
            <a:r>
              <a:t/>
            </a:r>
            <a:endParaRPr sz="2400">
              <a:latin typeface="Times New Roman"/>
              <a:ea typeface="Times New Roman"/>
              <a:cs typeface="Times New Roman"/>
              <a:sym typeface="Times New Roman"/>
            </a:endParaRPr>
          </a:p>
          <a:p>
            <a:pPr indent="-274320" lvl="0" marL="274320" rtl="0" algn="l">
              <a:spcBef>
                <a:spcPts val="580"/>
              </a:spcBef>
              <a:spcAft>
                <a:spcPts val="0"/>
              </a:spcAft>
              <a:buSzPts val="2040"/>
              <a:buChar char="⚫"/>
            </a:pPr>
            <a:r>
              <a:rPr lang="en-IN" sz="2400">
                <a:latin typeface="Times New Roman"/>
                <a:ea typeface="Times New Roman"/>
                <a:cs typeface="Times New Roman"/>
                <a:sym typeface="Times New Roman"/>
              </a:rPr>
              <a:t>GET:-</a:t>
            </a:r>
            <a:endParaRPr/>
          </a:p>
          <a:p>
            <a:pPr indent="0" lvl="0" marL="0" rtl="0" algn="l">
              <a:spcBef>
                <a:spcPts val="580"/>
              </a:spcBef>
              <a:spcAft>
                <a:spcPts val="0"/>
              </a:spcAft>
              <a:buSzPts val="2040"/>
              <a:buNone/>
            </a:pPr>
            <a:r>
              <a:rPr lang="en-IN" sz="2400">
                <a:latin typeface="Times New Roman"/>
                <a:ea typeface="Times New Roman"/>
                <a:cs typeface="Times New Roman"/>
                <a:sym typeface="Times New Roman"/>
              </a:rPr>
              <a:t>           “Used to retrieve information from the given URL”</a:t>
            </a:r>
            <a:endParaRPr/>
          </a:p>
          <a:p>
            <a:pPr indent="0" lvl="0" marL="0" rtl="0" algn="l">
              <a:spcBef>
                <a:spcPts val="580"/>
              </a:spcBef>
              <a:spcAft>
                <a:spcPts val="0"/>
              </a:spcAft>
              <a:buSzPts val="2040"/>
              <a:buNone/>
            </a:pPr>
            <a:r>
              <a:rPr lang="en-IN" sz="2400">
                <a:latin typeface="Times New Roman"/>
                <a:ea typeface="Times New Roman"/>
                <a:cs typeface="Times New Roman"/>
                <a:sym typeface="Times New Roman"/>
              </a:rPr>
              <a:t>            Example:-  GET /posts HTTP/1.1</a:t>
            </a:r>
            <a:endParaRPr/>
          </a:p>
          <a:p>
            <a:pPr indent="-274320" lvl="0" marL="274320" rtl="0" algn="l">
              <a:spcBef>
                <a:spcPts val="580"/>
              </a:spcBef>
              <a:spcAft>
                <a:spcPts val="0"/>
              </a:spcAft>
              <a:buSzPts val="2040"/>
              <a:buChar char="⚫"/>
            </a:pPr>
            <a:r>
              <a:rPr lang="en-IN" sz="2400">
                <a:latin typeface="Times New Roman"/>
                <a:ea typeface="Times New Roman"/>
                <a:cs typeface="Times New Roman"/>
                <a:sym typeface="Times New Roman"/>
              </a:rPr>
              <a:t>POST:-</a:t>
            </a:r>
            <a:endParaRPr/>
          </a:p>
          <a:p>
            <a:pPr indent="0" lvl="0" marL="0" rtl="0" algn="l">
              <a:spcBef>
                <a:spcPts val="580"/>
              </a:spcBef>
              <a:spcAft>
                <a:spcPts val="0"/>
              </a:spcAft>
              <a:buSzPts val="2040"/>
              <a:buNone/>
            </a:pPr>
            <a:r>
              <a:rPr lang="en-IN" sz="2400">
                <a:latin typeface="Times New Roman"/>
                <a:ea typeface="Times New Roman"/>
                <a:cs typeface="Times New Roman"/>
                <a:sym typeface="Times New Roman"/>
              </a:rPr>
              <a:t>            “Used to send data to the server, for example, customer information, file upload, etc. using HTML forms”</a:t>
            </a:r>
            <a:endParaRPr/>
          </a:p>
          <a:p>
            <a:pPr indent="0" lvl="0" marL="0" rtl="0" algn="l">
              <a:spcBef>
                <a:spcPts val="580"/>
              </a:spcBef>
              <a:spcAft>
                <a:spcPts val="0"/>
              </a:spcAft>
              <a:buSzPts val="2040"/>
              <a:buNone/>
            </a:pPr>
            <a:r>
              <a:rPr lang="en-IN" sz="2400">
                <a:latin typeface="Times New Roman"/>
                <a:ea typeface="Times New Roman"/>
                <a:cs typeface="Times New Roman"/>
                <a:sym typeface="Times New Roman"/>
              </a:rPr>
              <a:t>            Example:- POST /posts HTTP/1.1</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16"/>
          <p:cNvSpPr txBox="1"/>
          <p:nvPr>
            <p:ph type="title"/>
          </p:nvPr>
        </p:nvSpPr>
        <p:spPr>
          <a:xfrm>
            <a:off x="914400" y="274638"/>
            <a:ext cx="7772400" cy="1143000"/>
          </a:xfrm>
          <a:prstGeom prst="rect">
            <a:avLst/>
          </a:prstGeom>
          <a:noFill/>
          <a:ln>
            <a:noFill/>
          </a:ln>
        </p:spPr>
        <p:txBody>
          <a:bodyPr anchorCtr="0" anchor="b" bIns="91425" lIns="91425" spcFirstLastPara="1" rIns="91425" wrap="square" tIns="45700">
            <a:noAutofit/>
          </a:bodyPr>
          <a:lstStyle/>
          <a:p>
            <a:pPr indent="0" lvl="0" marL="0" rtl="0" algn="l">
              <a:spcBef>
                <a:spcPts val="0"/>
              </a:spcBef>
              <a:spcAft>
                <a:spcPts val="0"/>
              </a:spcAft>
              <a:buClr>
                <a:schemeClr val="dk2"/>
              </a:buClr>
              <a:buSzPts val="4000"/>
              <a:buFont typeface="Libre Franklin"/>
              <a:buNone/>
            </a:pPr>
            <a:r>
              <a:rPr lang="en-IN" u="sng"/>
              <a:t>Continue…</a:t>
            </a:r>
            <a:endParaRPr/>
          </a:p>
        </p:txBody>
      </p:sp>
      <p:sp>
        <p:nvSpPr>
          <p:cNvPr id="127" name="Google Shape;127;p16"/>
          <p:cNvSpPr txBox="1"/>
          <p:nvPr>
            <p:ph idx="1" type="body"/>
          </p:nvPr>
        </p:nvSpPr>
        <p:spPr>
          <a:xfrm>
            <a:off x="914400" y="1447800"/>
            <a:ext cx="7772400" cy="4572000"/>
          </a:xfrm>
          <a:prstGeom prst="rect">
            <a:avLst/>
          </a:prstGeom>
          <a:noFill/>
          <a:ln>
            <a:noFill/>
          </a:ln>
        </p:spPr>
        <p:txBody>
          <a:bodyPr anchorCtr="0" anchor="t" bIns="45700" lIns="91425" spcFirstLastPara="1" rIns="91425" wrap="square" tIns="45700">
            <a:noAutofit/>
          </a:bodyPr>
          <a:lstStyle/>
          <a:p>
            <a:pPr indent="-274320" lvl="0" marL="274320" rtl="0" algn="l">
              <a:spcBef>
                <a:spcPts val="0"/>
              </a:spcBef>
              <a:spcAft>
                <a:spcPts val="0"/>
              </a:spcAft>
              <a:buSzPts val="2210"/>
              <a:buChar char="⚫"/>
            </a:pPr>
            <a:r>
              <a:rPr lang="en-IN">
                <a:latin typeface="Times New Roman"/>
                <a:ea typeface="Times New Roman"/>
                <a:cs typeface="Times New Roman"/>
                <a:sym typeface="Times New Roman"/>
              </a:rPr>
              <a:t>DELETE:-</a:t>
            </a:r>
            <a:r>
              <a:rPr b="0" i="0" lang="en-IN">
                <a:solidFill>
                  <a:srgbClr val="000000"/>
                </a:solidFill>
                <a:latin typeface="Times New Roman"/>
                <a:ea typeface="Times New Roman"/>
                <a:cs typeface="Times New Roman"/>
                <a:sym typeface="Times New Roman"/>
              </a:rPr>
              <a:t> </a:t>
            </a:r>
            <a:endParaRPr/>
          </a:p>
          <a:p>
            <a:pPr indent="0" lvl="0" marL="0" rtl="0" algn="l">
              <a:spcBef>
                <a:spcPts val="580"/>
              </a:spcBef>
              <a:spcAft>
                <a:spcPts val="0"/>
              </a:spcAft>
              <a:buSzPts val="2210"/>
              <a:buNone/>
            </a:pPr>
            <a:r>
              <a:rPr lang="en-IN">
                <a:solidFill>
                  <a:srgbClr val="000000"/>
                </a:solidFill>
                <a:latin typeface="Times New Roman"/>
                <a:ea typeface="Times New Roman"/>
                <a:cs typeface="Times New Roman"/>
                <a:sym typeface="Times New Roman"/>
              </a:rPr>
              <a:t>              </a:t>
            </a:r>
            <a:r>
              <a:rPr b="0" i="0" lang="en-IN">
                <a:solidFill>
                  <a:srgbClr val="000000"/>
                </a:solidFill>
                <a:latin typeface="Times New Roman"/>
                <a:ea typeface="Times New Roman"/>
                <a:cs typeface="Times New Roman"/>
                <a:sym typeface="Times New Roman"/>
              </a:rPr>
              <a:t>“Delete a File of the specified URL”</a:t>
            </a:r>
            <a:endParaRPr/>
          </a:p>
          <a:p>
            <a:pPr indent="-274320" lvl="0" marL="274320" rtl="0" algn="l">
              <a:spcBef>
                <a:spcPts val="580"/>
              </a:spcBef>
              <a:spcAft>
                <a:spcPts val="0"/>
              </a:spcAft>
              <a:buSzPts val="2210"/>
              <a:buChar char="⚫"/>
            </a:pPr>
            <a:r>
              <a:rPr lang="en-IN">
                <a:latin typeface="Times New Roman"/>
                <a:ea typeface="Times New Roman"/>
                <a:cs typeface="Times New Roman"/>
                <a:sym typeface="Times New Roman"/>
              </a:rPr>
              <a:t>PUT:-</a:t>
            </a:r>
            <a:endParaRPr/>
          </a:p>
          <a:p>
            <a:pPr indent="0" lvl="0" marL="0" rtl="0" algn="l">
              <a:spcBef>
                <a:spcPts val="580"/>
              </a:spcBef>
              <a:spcAft>
                <a:spcPts val="0"/>
              </a:spcAft>
              <a:buSzPts val="2210"/>
              <a:buNone/>
            </a:pPr>
            <a:r>
              <a:rPr lang="en-IN">
                <a:latin typeface="Times New Roman"/>
                <a:ea typeface="Times New Roman"/>
                <a:cs typeface="Times New Roman"/>
                <a:sym typeface="Times New Roman"/>
              </a:rPr>
              <a:t>              “</a:t>
            </a:r>
            <a:r>
              <a:rPr b="0" i="0" lang="en-IN">
                <a:solidFill>
                  <a:srgbClr val="000000"/>
                </a:solidFill>
                <a:latin typeface="Times New Roman"/>
                <a:ea typeface="Times New Roman"/>
                <a:cs typeface="Times New Roman"/>
                <a:sym typeface="Times New Roman"/>
              </a:rPr>
              <a:t>Uploads a File of the specified URL</a:t>
            </a:r>
            <a:r>
              <a:rPr lang="en-IN">
                <a:latin typeface="Times New Roman"/>
                <a:ea typeface="Times New Roman"/>
                <a:cs typeface="Times New Roman"/>
                <a:sym typeface="Times New Roman"/>
              </a:rPr>
              <a:t>”</a:t>
            </a:r>
            <a:endParaRPr/>
          </a:p>
          <a:p>
            <a:pPr indent="-274320" lvl="0" marL="274320" rtl="0" algn="l">
              <a:spcBef>
                <a:spcPts val="580"/>
              </a:spcBef>
              <a:spcAft>
                <a:spcPts val="0"/>
              </a:spcAft>
              <a:buSzPts val="2210"/>
              <a:buChar char="⚫"/>
            </a:pPr>
            <a:r>
              <a:rPr lang="en-IN">
                <a:latin typeface="Times New Roman"/>
                <a:ea typeface="Times New Roman"/>
                <a:cs typeface="Times New Roman"/>
                <a:sym typeface="Times New Roman"/>
              </a:rPr>
              <a:t>TRACE:-	</a:t>
            </a:r>
            <a:endParaRPr/>
          </a:p>
          <a:p>
            <a:pPr indent="0" lvl="0" marL="0" rtl="0" algn="ctr">
              <a:spcBef>
                <a:spcPts val="580"/>
              </a:spcBef>
              <a:spcAft>
                <a:spcPts val="0"/>
              </a:spcAft>
              <a:buSzPts val="2210"/>
              <a:buNone/>
            </a:pPr>
            <a:r>
              <a:rPr lang="en-IN">
                <a:latin typeface="Times New Roman"/>
                <a:ea typeface="Times New Roman"/>
                <a:cs typeface="Times New Roman"/>
                <a:sym typeface="Times New Roman"/>
              </a:rPr>
              <a:t>             “Trace on the jsp resource returns the content of      the resource.”</a:t>
            </a:r>
            <a:endParaRPr/>
          </a:p>
          <a:p>
            <a:pPr indent="-274320" lvl="0" marL="274320" rtl="0" algn="l">
              <a:spcBef>
                <a:spcPts val="580"/>
              </a:spcBef>
              <a:spcAft>
                <a:spcPts val="0"/>
              </a:spcAft>
              <a:buSzPts val="2210"/>
              <a:buChar char="⚫"/>
            </a:pPr>
            <a:r>
              <a:rPr lang="en-IN">
                <a:latin typeface="Times New Roman"/>
                <a:ea typeface="Times New Roman"/>
                <a:cs typeface="Times New Roman"/>
                <a:sym typeface="Times New Roman"/>
              </a:rPr>
              <a:t>HEAD:-	</a:t>
            </a:r>
            <a:endParaRPr/>
          </a:p>
          <a:p>
            <a:pPr indent="0" lvl="0" marL="0" rtl="0" algn="ctr">
              <a:spcBef>
                <a:spcPts val="580"/>
              </a:spcBef>
              <a:spcAft>
                <a:spcPts val="0"/>
              </a:spcAft>
              <a:buSzPts val="2210"/>
              <a:buNone/>
            </a:pPr>
            <a:r>
              <a:rPr lang="en-IN">
                <a:latin typeface="Times New Roman"/>
                <a:ea typeface="Times New Roman"/>
                <a:cs typeface="Times New Roman"/>
                <a:sym typeface="Times New Roman"/>
              </a:rPr>
              <a:t>             “GET only HTTP headers and no document body”</a:t>
            </a:r>
            <a:endParaRPr/>
          </a:p>
          <a:p>
            <a:pPr indent="-133985" lvl="0" marL="274320" rtl="0" algn="l">
              <a:spcBef>
                <a:spcPts val="580"/>
              </a:spcBef>
              <a:spcAft>
                <a:spcPts val="0"/>
              </a:spcAft>
              <a:buSzPts val="2210"/>
              <a:buNone/>
            </a:pPr>
            <a:r>
              <a:t/>
            </a:r>
            <a:endParaRPr>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17"/>
          <p:cNvSpPr txBox="1"/>
          <p:nvPr>
            <p:ph type="title"/>
          </p:nvPr>
        </p:nvSpPr>
        <p:spPr>
          <a:xfrm>
            <a:off x="914400" y="274638"/>
            <a:ext cx="7772400" cy="1143000"/>
          </a:xfrm>
          <a:prstGeom prst="rect">
            <a:avLst/>
          </a:prstGeom>
          <a:noFill/>
          <a:ln>
            <a:noFill/>
          </a:ln>
        </p:spPr>
        <p:txBody>
          <a:bodyPr anchorCtr="0" anchor="b" bIns="91425" lIns="91425" spcFirstLastPara="1" rIns="91425" wrap="square" tIns="45700">
            <a:noAutofit/>
          </a:bodyPr>
          <a:lstStyle/>
          <a:p>
            <a:pPr indent="0" lvl="0" marL="0" rtl="0" algn="l">
              <a:spcBef>
                <a:spcPts val="0"/>
              </a:spcBef>
              <a:spcAft>
                <a:spcPts val="0"/>
              </a:spcAft>
              <a:buClr>
                <a:schemeClr val="dk2"/>
              </a:buClr>
              <a:buSzPts val="4000"/>
              <a:buFont typeface="Libre Franklin"/>
              <a:buNone/>
            </a:pPr>
            <a:r>
              <a:rPr lang="en-IN" u="sng"/>
              <a:t>Continue..</a:t>
            </a:r>
            <a:endParaRPr/>
          </a:p>
        </p:txBody>
      </p:sp>
      <p:sp>
        <p:nvSpPr>
          <p:cNvPr id="133" name="Google Shape;133;p17"/>
          <p:cNvSpPr txBox="1"/>
          <p:nvPr>
            <p:ph idx="1" type="body"/>
          </p:nvPr>
        </p:nvSpPr>
        <p:spPr>
          <a:xfrm>
            <a:off x="914400" y="1447800"/>
            <a:ext cx="7772400" cy="4572000"/>
          </a:xfrm>
          <a:prstGeom prst="rect">
            <a:avLst/>
          </a:prstGeom>
          <a:noFill/>
          <a:ln>
            <a:noFill/>
          </a:ln>
        </p:spPr>
        <p:txBody>
          <a:bodyPr anchorCtr="0" anchor="t" bIns="45700" lIns="91425" spcFirstLastPara="1" rIns="91425" wrap="square" tIns="45700">
            <a:noAutofit/>
          </a:bodyPr>
          <a:lstStyle/>
          <a:p>
            <a:pPr indent="-274320" lvl="0" marL="274320" rtl="0" algn="l">
              <a:spcBef>
                <a:spcPts val="0"/>
              </a:spcBef>
              <a:spcAft>
                <a:spcPts val="0"/>
              </a:spcAft>
              <a:buSzPts val="2210"/>
              <a:buChar char="⚫"/>
            </a:pPr>
            <a:r>
              <a:rPr lang="en-IN">
                <a:latin typeface="Times New Roman"/>
                <a:ea typeface="Times New Roman"/>
                <a:cs typeface="Times New Roman"/>
                <a:sym typeface="Times New Roman"/>
              </a:rPr>
              <a:t>OPTIONS:-	</a:t>
            </a:r>
            <a:endParaRPr/>
          </a:p>
          <a:p>
            <a:pPr indent="0" lvl="0" marL="0" rtl="0" algn="l">
              <a:spcBef>
                <a:spcPts val="580"/>
              </a:spcBef>
              <a:spcAft>
                <a:spcPts val="0"/>
              </a:spcAft>
              <a:buSzPts val="2210"/>
              <a:buNone/>
            </a:pPr>
            <a:r>
              <a:rPr lang="en-IN">
                <a:latin typeface="Times New Roman"/>
                <a:ea typeface="Times New Roman"/>
                <a:cs typeface="Times New Roman"/>
                <a:sym typeface="Times New Roman"/>
              </a:rPr>
              <a:t>              “HTTP methods that the server supports.”</a:t>
            </a:r>
            <a:endParaRPr/>
          </a:p>
          <a:p>
            <a:pPr indent="0" lvl="0" marL="0" rtl="0" algn="l">
              <a:spcBef>
                <a:spcPts val="580"/>
              </a:spcBef>
              <a:spcAft>
                <a:spcPts val="0"/>
              </a:spcAft>
              <a:buSzPts val="2210"/>
              <a:buNone/>
            </a:pPr>
            <a:r>
              <a:rPr lang="en-IN"/>
              <a:t>                   </a:t>
            </a:r>
            <a:endParaRPr/>
          </a:p>
          <a:p>
            <a:pPr indent="-274320" lvl="0" marL="274320" rtl="0" algn="l">
              <a:spcBef>
                <a:spcPts val="580"/>
              </a:spcBef>
              <a:spcAft>
                <a:spcPts val="0"/>
              </a:spcAft>
              <a:buSzPts val="2210"/>
              <a:buFont typeface="Noto Sans Symbols"/>
              <a:buChar char="❑"/>
            </a:pPr>
            <a:r>
              <a:rPr lang="en-IN"/>
              <a:t>                 </a:t>
            </a:r>
            <a:r>
              <a:rPr b="1" lang="en-IN" u="sng">
                <a:latin typeface="Times New Roman"/>
                <a:ea typeface="Times New Roman"/>
                <a:cs typeface="Times New Roman"/>
                <a:sym typeface="Times New Roman"/>
              </a:rPr>
              <a:t>HTTP Request</a:t>
            </a:r>
            <a:endParaRPr/>
          </a:p>
          <a:p>
            <a:pPr indent="0" lvl="0" marL="0" rtl="0" algn="l">
              <a:spcBef>
                <a:spcPts val="580"/>
              </a:spcBef>
              <a:spcAft>
                <a:spcPts val="0"/>
              </a:spcAft>
              <a:buSzPts val="850"/>
              <a:buNone/>
            </a:pPr>
            <a:r>
              <a:rPr b="1" lang="en-IN" sz="1000">
                <a:latin typeface="Times New Roman"/>
                <a:ea typeface="Times New Roman"/>
                <a:cs typeface="Times New Roman"/>
                <a:sym typeface="Times New Roman"/>
              </a:rPr>
              <a:t>  http://yahoo.com/</a:t>
            </a:r>
            <a:endParaRPr/>
          </a:p>
          <a:p>
            <a:pPr indent="0" lvl="0" marL="0" rtl="0" algn="l">
              <a:spcBef>
                <a:spcPts val="580"/>
              </a:spcBef>
              <a:spcAft>
                <a:spcPts val="0"/>
              </a:spcAft>
              <a:buSzPts val="850"/>
              <a:buNone/>
            </a:pPr>
            <a:r>
              <a:rPr b="1" lang="en-IN" sz="1000">
                <a:latin typeface="Times New Roman"/>
                <a:ea typeface="Times New Roman"/>
                <a:cs typeface="Times New Roman"/>
                <a:sym typeface="Times New Roman"/>
              </a:rPr>
              <a:t>GET / HTTP/1.1</a:t>
            </a:r>
            <a:endParaRPr/>
          </a:p>
          <a:p>
            <a:pPr indent="0" lvl="0" marL="0" rtl="0" algn="l">
              <a:spcBef>
                <a:spcPts val="580"/>
              </a:spcBef>
              <a:spcAft>
                <a:spcPts val="0"/>
              </a:spcAft>
              <a:buSzPts val="850"/>
              <a:buNone/>
            </a:pPr>
            <a:r>
              <a:rPr b="1" lang="en-IN" sz="1000">
                <a:latin typeface="Times New Roman"/>
                <a:ea typeface="Times New Roman"/>
                <a:cs typeface="Times New Roman"/>
                <a:sym typeface="Times New Roman"/>
              </a:rPr>
              <a:t>Host: yahoo.com</a:t>
            </a:r>
            <a:endParaRPr/>
          </a:p>
          <a:p>
            <a:pPr indent="0" lvl="0" marL="0" rtl="0" algn="l">
              <a:spcBef>
                <a:spcPts val="580"/>
              </a:spcBef>
              <a:spcAft>
                <a:spcPts val="0"/>
              </a:spcAft>
              <a:buSzPts val="850"/>
              <a:buNone/>
            </a:pPr>
            <a:r>
              <a:rPr b="1" lang="en-IN" sz="1000">
                <a:latin typeface="Times New Roman"/>
                <a:ea typeface="Times New Roman"/>
                <a:cs typeface="Times New Roman"/>
                <a:sym typeface="Times New Roman"/>
              </a:rPr>
              <a:t>User-Agent: Mozilla/5.0 (Windows NT 10.0; Win64; x64; rv:53.0) Gecko/20100101 Firefox/53.0</a:t>
            </a:r>
            <a:endParaRPr/>
          </a:p>
          <a:p>
            <a:pPr indent="0" lvl="0" marL="0" rtl="0" algn="l">
              <a:spcBef>
                <a:spcPts val="580"/>
              </a:spcBef>
              <a:spcAft>
                <a:spcPts val="0"/>
              </a:spcAft>
              <a:buSzPts val="850"/>
              <a:buNone/>
            </a:pPr>
            <a:r>
              <a:rPr b="1" lang="en-IN" sz="1000">
                <a:latin typeface="Times New Roman"/>
                <a:ea typeface="Times New Roman"/>
                <a:cs typeface="Times New Roman"/>
                <a:sym typeface="Times New Roman"/>
              </a:rPr>
              <a:t>Accept: text/html,application/xhtml+xml,application/xml;q=0.9,*/*;q=0.8</a:t>
            </a:r>
            <a:endParaRPr/>
          </a:p>
          <a:p>
            <a:pPr indent="0" lvl="0" marL="0" rtl="0" algn="l">
              <a:spcBef>
                <a:spcPts val="580"/>
              </a:spcBef>
              <a:spcAft>
                <a:spcPts val="0"/>
              </a:spcAft>
              <a:buSzPts val="850"/>
              <a:buNone/>
            </a:pPr>
            <a:r>
              <a:rPr b="1" lang="en-IN" sz="1000">
                <a:latin typeface="Times New Roman"/>
                <a:ea typeface="Times New Roman"/>
                <a:cs typeface="Times New Roman"/>
                <a:sym typeface="Times New Roman"/>
              </a:rPr>
              <a:t>Accept-Language: en-US,en;q=0.5</a:t>
            </a:r>
            <a:endParaRPr/>
          </a:p>
          <a:p>
            <a:pPr indent="0" lvl="0" marL="0" rtl="0" algn="l">
              <a:spcBef>
                <a:spcPts val="580"/>
              </a:spcBef>
              <a:spcAft>
                <a:spcPts val="0"/>
              </a:spcAft>
              <a:buSzPts val="850"/>
              <a:buNone/>
            </a:pPr>
            <a:r>
              <a:rPr b="1" lang="en-IN" sz="1000">
                <a:latin typeface="Times New Roman"/>
                <a:ea typeface="Times New Roman"/>
                <a:cs typeface="Times New Roman"/>
                <a:sym typeface="Times New Roman"/>
              </a:rPr>
              <a:t>Accept-Encoding: gzip, deflate</a:t>
            </a:r>
            <a:endParaRPr/>
          </a:p>
          <a:p>
            <a:pPr indent="0" lvl="0" marL="0" rtl="0" algn="l">
              <a:spcBef>
                <a:spcPts val="580"/>
              </a:spcBef>
              <a:spcAft>
                <a:spcPts val="0"/>
              </a:spcAft>
              <a:buSzPts val="850"/>
              <a:buNone/>
            </a:pPr>
            <a:r>
              <a:rPr b="1" lang="en-IN" sz="1000">
                <a:latin typeface="Times New Roman"/>
                <a:ea typeface="Times New Roman"/>
                <a:cs typeface="Times New Roman"/>
                <a:sym typeface="Times New Roman"/>
              </a:rPr>
              <a:t>Connection: keep-alive</a:t>
            </a:r>
            <a:endParaRPr/>
          </a:p>
          <a:p>
            <a:pPr indent="0" lvl="0" marL="0" rtl="0" algn="l">
              <a:spcBef>
                <a:spcPts val="580"/>
              </a:spcBef>
              <a:spcAft>
                <a:spcPts val="0"/>
              </a:spcAft>
              <a:buSzPts val="850"/>
              <a:buNone/>
            </a:pPr>
            <a:r>
              <a:rPr b="1" lang="en-IN" sz="1000">
                <a:latin typeface="Times New Roman"/>
                <a:ea typeface="Times New Roman"/>
                <a:cs typeface="Times New Roman"/>
                <a:sym typeface="Times New Roman"/>
              </a:rPr>
              <a:t>Upgrade-Insecure-Requests: 1</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8"/>
          <p:cNvSpPr txBox="1"/>
          <p:nvPr>
            <p:ph type="title"/>
          </p:nvPr>
        </p:nvSpPr>
        <p:spPr>
          <a:xfrm>
            <a:off x="914400" y="274638"/>
            <a:ext cx="7772400" cy="1143000"/>
          </a:xfrm>
          <a:prstGeom prst="rect">
            <a:avLst/>
          </a:prstGeom>
          <a:noFill/>
          <a:ln>
            <a:noFill/>
          </a:ln>
        </p:spPr>
        <p:txBody>
          <a:bodyPr anchorCtr="0" anchor="b" bIns="91425" lIns="91425" spcFirstLastPara="1" rIns="91425" wrap="square" tIns="45700">
            <a:noAutofit/>
          </a:bodyPr>
          <a:lstStyle/>
          <a:p>
            <a:pPr indent="0" lvl="0" marL="0" rtl="0" algn="l">
              <a:spcBef>
                <a:spcPts val="0"/>
              </a:spcBef>
              <a:spcAft>
                <a:spcPts val="0"/>
              </a:spcAft>
              <a:buClr>
                <a:schemeClr val="dk2"/>
              </a:buClr>
              <a:buSzPts val="4000"/>
              <a:buFont typeface="Libre Franklin"/>
              <a:buNone/>
            </a:pPr>
            <a:r>
              <a:rPr lang="en-IN" u="sng"/>
              <a:t>Continue..</a:t>
            </a:r>
            <a:endParaRPr/>
          </a:p>
        </p:txBody>
      </p:sp>
      <p:sp>
        <p:nvSpPr>
          <p:cNvPr id="139" name="Google Shape;139;p18"/>
          <p:cNvSpPr txBox="1"/>
          <p:nvPr>
            <p:ph idx="1" type="body"/>
          </p:nvPr>
        </p:nvSpPr>
        <p:spPr>
          <a:xfrm>
            <a:off x="914400" y="1447800"/>
            <a:ext cx="7772400" cy="4933528"/>
          </a:xfrm>
          <a:prstGeom prst="rect">
            <a:avLst/>
          </a:prstGeom>
          <a:noFill/>
          <a:ln>
            <a:noFill/>
          </a:ln>
        </p:spPr>
        <p:txBody>
          <a:bodyPr anchorCtr="0" anchor="t" bIns="45700" lIns="91425" spcFirstLastPara="1" rIns="91425" wrap="square" tIns="45700">
            <a:noAutofit/>
          </a:bodyPr>
          <a:lstStyle/>
          <a:p>
            <a:pPr indent="-274320" lvl="0" marL="274320" rtl="0" algn="l">
              <a:spcBef>
                <a:spcPts val="0"/>
              </a:spcBef>
              <a:spcAft>
                <a:spcPts val="0"/>
              </a:spcAft>
              <a:buSzPts val="2210"/>
              <a:buChar char="⚫"/>
            </a:pPr>
            <a:r>
              <a:rPr lang="en-IN">
                <a:latin typeface="Times New Roman"/>
                <a:ea typeface="Times New Roman"/>
                <a:cs typeface="Times New Roman"/>
                <a:sym typeface="Times New Roman"/>
              </a:rPr>
              <a:t>Host:</a:t>
            </a:r>
            <a:endParaRPr/>
          </a:p>
          <a:p>
            <a:pPr indent="-274320" lvl="0" marL="274320" rtl="0" algn="l">
              <a:spcBef>
                <a:spcPts val="580"/>
              </a:spcBef>
              <a:spcAft>
                <a:spcPts val="0"/>
              </a:spcAft>
              <a:buSzPts val="2210"/>
              <a:buChar char="⚫"/>
            </a:pPr>
            <a:r>
              <a:rPr i="0" lang="en-IN">
                <a:solidFill>
                  <a:srgbClr val="000000"/>
                </a:solidFill>
                <a:latin typeface="Times New Roman"/>
                <a:ea typeface="Times New Roman"/>
                <a:cs typeface="Times New Roman"/>
                <a:sym typeface="Times New Roman"/>
              </a:rPr>
              <a:t>User-Agent:</a:t>
            </a:r>
            <a:endParaRPr/>
          </a:p>
          <a:p>
            <a:pPr indent="-274320" lvl="0" marL="274320" rtl="0" algn="l">
              <a:spcBef>
                <a:spcPts val="580"/>
              </a:spcBef>
              <a:spcAft>
                <a:spcPts val="0"/>
              </a:spcAft>
              <a:buSzPts val="2210"/>
              <a:buChar char="⚫"/>
            </a:pPr>
            <a:r>
              <a:rPr i="0" lang="en-IN">
                <a:solidFill>
                  <a:srgbClr val="000000"/>
                </a:solidFill>
                <a:latin typeface="Times New Roman"/>
                <a:ea typeface="Times New Roman"/>
                <a:cs typeface="Times New Roman"/>
                <a:sym typeface="Times New Roman"/>
              </a:rPr>
              <a:t>Cookie:</a:t>
            </a:r>
            <a:endParaRPr>
              <a:solidFill>
                <a:srgbClr val="000000"/>
              </a:solidFill>
              <a:latin typeface="Times New Roman"/>
              <a:ea typeface="Times New Roman"/>
              <a:cs typeface="Times New Roman"/>
              <a:sym typeface="Times New Roman"/>
            </a:endParaRPr>
          </a:p>
          <a:p>
            <a:pPr indent="-274320" lvl="0" marL="274320" rtl="0" algn="l">
              <a:spcBef>
                <a:spcPts val="580"/>
              </a:spcBef>
              <a:spcAft>
                <a:spcPts val="0"/>
              </a:spcAft>
              <a:buSzPts val="2210"/>
              <a:buChar char="⚫"/>
            </a:pPr>
            <a:r>
              <a:rPr i="0" lang="en-IN">
                <a:solidFill>
                  <a:srgbClr val="000000"/>
                </a:solidFill>
                <a:latin typeface="Times New Roman"/>
                <a:ea typeface="Times New Roman"/>
                <a:cs typeface="Times New Roman"/>
                <a:sym typeface="Times New Roman"/>
              </a:rPr>
              <a:t>Referer:</a:t>
            </a:r>
            <a:endParaRPr/>
          </a:p>
          <a:p>
            <a:pPr indent="-274320" lvl="0" marL="274320" rtl="0" algn="l">
              <a:spcBef>
                <a:spcPts val="580"/>
              </a:spcBef>
              <a:spcAft>
                <a:spcPts val="0"/>
              </a:spcAft>
              <a:buSzPts val="2210"/>
              <a:buChar char="⚫"/>
            </a:pPr>
            <a:r>
              <a:rPr i="0" lang="en-IN">
                <a:solidFill>
                  <a:srgbClr val="000000"/>
                </a:solidFill>
                <a:latin typeface="Times New Roman"/>
                <a:ea typeface="Times New Roman"/>
                <a:cs typeface="Times New Roman"/>
                <a:sym typeface="Times New Roman"/>
              </a:rPr>
              <a:t>Accept-Encoding:</a:t>
            </a:r>
            <a:endParaRPr/>
          </a:p>
          <a:p>
            <a:pPr indent="-274320" lvl="0" marL="274320" rtl="0" algn="l">
              <a:spcBef>
                <a:spcPts val="580"/>
              </a:spcBef>
              <a:spcAft>
                <a:spcPts val="0"/>
              </a:spcAft>
              <a:buSzPts val="2210"/>
              <a:buFont typeface="Noto Sans Symbols"/>
              <a:buChar char="❑"/>
            </a:pPr>
            <a:r>
              <a:rPr lang="en-IN">
                <a:solidFill>
                  <a:srgbClr val="000000"/>
                </a:solidFill>
                <a:latin typeface="Times New Roman"/>
                <a:ea typeface="Times New Roman"/>
                <a:cs typeface="Times New Roman"/>
                <a:sym typeface="Times New Roman"/>
              </a:rPr>
              <a:t>              </a:t>
            </a:r>
            <a:r>
              <a:rPr b="1" lang="en-IN" u="sng">
                <a:solidFill>
                  <a:srgbClr val="000000"/>
                </a:solidFill>
                <a:latin typeface="Times New Roman"/>
                <a:ea typeface="Times New Roman"/>
                <a:cs typeface="Times New Roman"/>
                <a:sym typeface="Times New Roman"/>
              </a:rPr>
              <a:t>HTTP Response</a:t>
            </a:r>
            <a:endParaRPr/>
          </a:p>
          <a:p>
            <a:pPr indent="0" lvl="0" marL="0" rtl="0" algn="l">
              <a:spcBef>
                <a:spcPts val="580"/>
              </a:spcBef>
              <a:spcAft>
                <a:spcPts val="0"/>
              </a:spcAft>
              <a:buSzPts val="850"/>
              <a:buNone/>
            </a:pPr>
            <a:r>
              <a:rPr b="1" lang="en-IN" sz="1000">
                <a:solidFill>
                  <a:srgbClr val="000000"/>
                </a:solidFill>
                <a:latin typeface="Times New Roman"/>
                <a:ea typeface="Times New Roman"/>
                <a:cs typeface="Times New Roman"/>
                <a:sym typeface="Times New Roman"/>
              </a:rPr>
              <a:t>      HTTP/1.1 200 OK</a:t>
            </a:r>
            <a:endParaRPr/>
          </a:p>
          <a:p>
            <a:pPr indent="0" lvl="0" marL="0" rtl="0" algn="l">
              <a:spcBef>
                <a:spcPts val="580"/>
              </a:spcBef>
              <a:spcAft>
                <a:spcPts val="0"/>
              </a:spcAft>
              <a:buSzPts val="850"/>
              <a:buNone/>
            </a:pPr>
            <a:r>
              <a:rPr b="1" lang="en-IN" sz="1000">
                <a:solidFill>
                  <a:srgbClr val="000000"/>
                </a:solidFill>
                <a:latin typeface="Times New Roman"/>
                <a:ea typeface="Times New Roman"/>
                <a:cs typeface="Times New Roman"/>
                <a:sym typeface="Times New Roman"/>
              </a:rPr>
              <a:t>Date: Sat, 10 Jun 2021 05:17:18 GMT</a:t>
            </a:r>
            <a:endParaRPr/>
          </a:p>
          <a:p>
            <a:pPr indent="0" lvl="0" marL="0" rtl="0" algn="l">
              <a:spcBef>
                <a:spcPts val="580"/>
              </a:spcBef>
              <a:spcAft>
                <a:spcPts val="0"/>
              </a:spcAft>
              <a:buSzPts val="850"/>
              <a:buNone/>
            </a:pPr>
            <a:r>
              <a:rPr b="1" lang="en-IN" sz="1000">
                <a:solidFill>
                  <a:srgbClr val="000000"/>
                </a:solidFill>
                <a:latin typeface="Times New Roman"/>
                <a:ea typeface="Times New Roman"/>
                <a:cs typeface="Times New Roman"/>
                <a:sym typeface="Times New Roman"/>
              </a:rPr>
              <a:t>Set-Cookie: autorf=deleted; expires=Thu, 01-Jan-1970 00:00:01 GMT; Max-Age=0; path=/;</a:t>
            </a:r>
            <a:endParaRPr/>
          </a:p>
          <a:p>
            <a:pPr indent="0" lvl="0" marL="0" rtl="0" algn="l">
              <a:spcBef>
                <a:spcPts val="580"/>
              </a:spcBef>
              <a:spcAft>
                <a:spcPts val="0"/>
              </a:spcAft>
              <a:buSzPts val="850"/>
              <a:buNone/>
            </a:pPr>
            <a:r>
              <a:rPr b="1" lang="en-IN" sz="1000">
                <a:solidFill>
                  <a:srgbClr val="000000"/>
                </a:solidFill>
                <a:latin typeface="Times New Roman"/>
                <a:ea typeface="Times New Roman"/>
                <a:cs typeface="Times New Roman"/>
                <a:sym typeface="Times New Roman"/>
              </a:rPr>
              <a:t>domain=in.yahoo.com</a:t>
            </a:r>
            <a:endParaRPr/>
          </a:p>
          <a:p>
            <a:pPr indent="0" lvl="0" marL="0" rtl="0" algn="l">
              <a:spcBef>
                <a:spcPts val="580"/>
              </a:spcBef>
              <a:spcAft>
                <a:spcPts val="0"/>
              </a:spcAft>
              <a:buSzPts val="850"/>
              <a:buNone/>
            </a:pPr>
            <a:r>
              <a:rPr b="1" lang="en-IN" sz="1000">
                <a:solidFill>
                  <a:srgbClr val="000000"/>
                </a:solidFill>
                <a:latin typeface="Times New Roman"/>
                <a:ea typeface="Times New Roman"/>
                <a:cs typeface="Times New Roman"/>
                <a:sym typeface="Times New Roman"/>
              </a:rPr>
              <a:t>Content-Type: text/html; charset=UTF-8</a:t>
            </a:r>
            <a:endParaRPr/>
          </a:p>
          <a:p>
            <a:pPr indent="0" lvl="0" marL="0" rtl="0" algn="l">
              <a:spcBef>
                <a:spcPts val="580"/>
              </a:spcBef>
              <a:spcAft>
                <a:spcPts val="0"/>
              </a:spcAft>
              <a:buSzPts val="850"/>
              <a:buNone/>
            </a:pPr>
            <a:r>
              <a:rPr b="1" lang="en-IN" sz="1000">
                <a:solidFill>
                  <a:srgbClr val="000000"/>
                </a:solidFill>
                <a:latin typeface="Times New Roman"/>
                <a:ea typeface="Times New Roman"/>
                <a:cs typeface="Times New Roman"/>
                <a:sym typeface="Times New Roman"/>
              </a:rPr>
              <a:t>Server: ATS</a:t>
            </a:r>
            <a:endParaRPr/>
          </a:p>
          <a:p>
            <a:pPr indent="0" lvl="0" marL="0" rtl="0" algn="l">
              <a:spcBef>
                <a:spcPts val="580"/>
              </a:spcBef>
              <a:spcAft>
                <a:spcPts val="0"/>
              </a:spcAft>
              <a:buSzPts val="850"/>
              <a:buNone/>
            </a:pPr>
            <a:r>
              <a:rPr b="1" lang="en-IN" sz="1000">
                <a:solidFill>
                  <a:srgbClr val="000000"/>
                </a:solidFill>
                <a:latin typeface="Times New Roman"/>
                <a:ea typeface="Times New Roman"/>
                <a:cs typeface="Times New Roman"/>
                <a:sym typeface="Times New Roman"/>
              </a:rPr>
              <a:t>Expires: -1</a:t>
            </a:r>
            <a:endParaRPr/>
          </a:p>
          <a:p>
            <a:pPr indent="0" lvl="0" marL="0" rtl="0" algn="l">
              <a:spcBef>
                <a:spcPts val="580"/>
              </a:spcBef>
              <a:spcAft>
                <a:spcPts val="0"/>
              </a:spcAft>
              <a:buSzPts val="850"/>
              <a:buNone/>
            </a:pPr>
            <a:r>
              <a:rPr b="1" lang="en-IN" sz="1000">
                <a:solidFill>
                  <a:srgbClr val="000000"/>
                </a:solidFill>
                <a:latin typeface="Times New Roman"/>
                <a:ea typeface="Times New Roman"/>
                <a:cs typeface="Times New Roman"/>
                <a:sym typeface="Times New Roman"/>
              </a:rPr>
              <a:t>Content-Length: 477864</a:t>
            </a:r>
            <a:endParaRPr b="1" sz="1000">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19"/>
          <p:cNvSpPr txBox="1"/>
          <p:nvPr>
            <p:ph type="title"/>
          </p:nvPr>
        </p:nvSpPr>
        <p:spPr>
          <a:xfrm>
            <a:off x="914400" y="274638"/>
            <a:ext cx="7772400" cy="1143000"/>
          </a:xfrm>
          <a:prstGeom prst="rect">
            <a:avLst/>
          </a:prstGeom>
          <a:noFill/>
          <a:ln>
            <a:noFill/>
          </a:ln>
        </p:spPr>
        <p:txBody>
          <a:bodyPr anchorCtr="0" anchor="b" bIns="91425" lIns="91425" spcFirstLastPara="1" rIns="91425" wrap="square" tIns="45700">
            <a:noAutofit/>
          </a:bodyPr>
          <a:lstStyle/>
          <a:p>
            <a:pPr indent="0" lvl="0" marL="0" rtl="0" algn="l">
              <a:spcBef>
                <a:spcPts val="0"/>
              </a:spcBef>
              <a:spcAft>
                <a:spcPts val="0"/>
              </a:spcAft>
              <a:buClr>
                <a:schemeClr val="dk2"/>
              </a:buClr>
              <a:buSzPts val="4000"/>
              <a:buFont typeface="Libre Franklin"/>
              <a:buNone/>
            </a:pPr>
            <a:r>
              <a:rPr lang="en-IN" u="sng"/>
              <a:t>Continue..</a:t>
            </a:r>
            <a:endParaRPr/>
          </a:p>
        </p:txBody>
      </p:sp>
      <p:sp>
        <p:nvSpPr>
          <p:cNvPr id="145" name="Google Shape;145;p19"/>
          <p:cNvSpPr txBox="1"/>
          <p:nvPr>
            <p:ph idx="1" type="body"/>
          </p:nvPr>
        </p:nvSpPr>
        <p:spPr>
          <a:xfrm>
            <a:off x="914400" y="1447800"/>
            <a:ext cx="7772400" cy="4933528"/>
          </a:xfrm>
          <a:prstGeom prst="rect">
            <a:avLst/>
          </a:prstGeom>
          <a:noFill/>
          <a:ln>
            <a:noFill/>
          </a:ln>
        </p:spPr>
        <p:txBody>
          <a:bodyPr anchorCtr="0" anchor="t" bIns="45700" lIns="91425" spcFirstLastPara="1" rIns="91425" wrap="square" tIns="45700">
            <a:noAutofit/>
          </a:bodyPr>
          <a:lstStyle/>
          <a:p>
            <a:pPr indent="-274320" lvl="0" marL="274320" rtl="0" algn="l">
              <a:spcBef>
                <a:spcPts val="0"/>
              </a:spcBef>
              <a:spcAft>
                <a:spcPts val="0"/>
              </a:spcAft>
              <a:buSzPts val="2210"/>
              <a:buChar char="⚫"/>
            </a:pPr>
            <a:r>
              <a:rPr i="0" lang="en-IN">
                <a:solidFill>
                  <a:srgbClr val="000000"/>
                </a:solidFill>
                <a:latin typeface="Times New Roman"/>
                <a:ea typeface="Times New Roman"/>
                <a:cs typeface="Times New Roman"/>
                <a:sym typeface="Times New Roman"/>
              </a:rPr>
              <a:t>HTTP Version:</a:t>
            </a:r>
            <a:endParaRPr/>
          </a:p>
          <a:p>
            <a:pPr indent="-274320" lvl="0" marL="274320" rtl="0" algn="l">
              <a:spcBef>
                <a:spcPts val="580"/>
              </a:spcBef>
              <a:spcAft>
                <a:spcPts val="0"/>
              </a:spcAft>
              <a:buSzPts val="2210"/>
              <a:buChar char="⚫"/>
            </a:pPr>
            <a:r>
              <a:rPr lang="en-IN">
                <a:latin typeface="Times New Roman"/>
                <a:ea typeface="Times New Roman"/>
                <a:cs typeface="Times New Roman"/>
                <a:sym typeface="Times New Roman"/>
              </a:rPr>
              <a:t>Date:</a:t>
            </a:r>
            <a:endParaRPr/>
          </a:p>
          <a:p>
            <a:pPr indent="-274320" lvl="0" marL="274320" rtl="0" algn="l">
              <a:spcBef>
                <a:spcPts val="580"/>
              </a:spcBef>
              <a:spcAft>
                <a:spcPts val="0"/>
              </a:spcAft>
              <a:buSzPts val="2210"/>
              <a:buChar char="⚫"/>
            </a:pPr>
            <a:r>
              <a:rPr i="0" lang="en-IN">
                <a:solidFill>
                  <a:srgbClr val="000000"/>
                </a:solidFill>
                <a:latin typeface="Times New Roman"/>
                <a:ea typeface="Times New Roman"/>
                <a:cs typeface="Times New Roman"/>
                <a:sym typeface="Times New Roman"/>
              </a:rPr>
              <a:t>Set-Cookie:</a:t>
            </a:r>
            <a:endParaRPr/>
          </a:p>
          <a:p>
            <a:pPr indent="-274320" lvl="0" marL="274320" rtl="0" algn="l">
              <a:spcBef>
                <a:spcPts val="580"/>
              </a:spcBef>
              <a:spcAft>
                <a:spcPts val="0"/>
              </a:spcAft>
              <a:buSzPts val="2210"/>
              <a:buChar char="⚫"/>
            </a:pPr>
            <a:r>
              <a:rPr lang="en-IN">
                <a:latin typeface="Times New Roman"/>
                <a:ea typeface="Times New Roman"/>
                <a:cs typeface="Times New Roman"/>
                <a:sym typeface="Times New Roman"/>
              </a:rPr>
              <a:t>Server:</a:t>
            </a:r>
            <a:endParaRPr/>
          </a:p>
          <a:p>
            <a:pPr indent="-274320" lvl="0" marL="274320" rtl="0" algn="l">
              <a:spcBef>
                <a:spcPts val="580"/>
              </a:spcBef>
              <a:spcAft>
                <a:spcPts val="0"/>
              </a:spcAft>
              <a:buSzPts val="2210"/>
              <a:buChar char="⚫"/>
            </a:pPr>
            <a:r>
              <a:rPr lang="en-IN">
                <a:latin typeface="Times New Roman"/>
                <a:ea typeface="Times New Roman"/>
                <a:cs typeface="Times New Roman"/>
                <a:sym typeface="Times New Roman"/>
              </a:rPr>
              <a:t>Content-Length:</a:t>
            </a:r>
            <a:endParaRPr/>
          </a:p>
          <a:p>
            <a:pPr indent="0" lvl="0" marL="0" rtl="0" algn="l">
              <a:spcBef>
                <a:spcPts val="580"/>
              </a:spcBef>
              <a:spcAft>
                <a:spcPts val="0"/>
              </a:spcAft>
              <a:buSzPts val="2210"/>
              <a:buNone/>
            </a:pPr>
            <a:r>
              <a:t/>
            </a:r>
            <a:endParaRPr b="1">
              <a:latin typeface="Times New Roman"/>
              <a:ea typeface="Times New Roman"/>
              <a:cs typeface="Times New Roman"/>
              <a:sym typeface="Times New Roman"/>
            </a:endParaRPr>
          </a:p>
        </p:txBody>
      </p:sp>
      <p:graphicFrame>
        <p:nvGraphicFramePr>
          <p:cNvPr id="146" name="Google Shape;146;p19"/>
          <p:cNvGraphicFramePr/>
          <p:nvPr/>
        </p:nvGraphicFramePr>
        <p:xfrm>
          <a:off x="4716016" y="980728"/>
          <a:ext cx="3000000" cy="3000000"/>
        </p:xfrm>
        <a:graphic>
          <a:graphicData uri="http://schemas.openxmlformats.org/drawingml/2006/table">
            <a:tbl>
              <a:tblPr>
                <a:noFill/>
                <a:tableStyleId>{49F9B325-2A55-4DD6-827B-6A3BCDB30055}</a:tableStyleId>
              </a:tblPr>
              <a:tblGrid>
                <a:gridCol w="1416150"/>
                <a:gridCol w="1416150"/>
                <a:gridCol w="1416150"/>
              </a:tblGrid>
              <a:tr h="288800">
                <a:tc>
                  <a:txBody>
                    <a:bodyPr/>
                    <a:lstStyle/>
                    <a:p>
                      <a:pPr indent="0" lvl="0" marL="0" marR="0" rtl="0" algn="ctr">
                        <a:spcBef>
                          <a:spcPts val="0"/>
                        </a:spcBef>
                        <a:spcAft>
                          <a:spcPts val="0"/>
                        </a:spcAft>
                        <a:buNone/>
                      </a:pPr>
                      <a:r>
                        <a:rPr b="1" lang="en-IN" sz="1500" u="none" cap="none" strike="noStrike">
                          <a:solidFill>
                            <a:srgbClr val="000000"/>
                          </a:solidFill>
                          <a:latin typeface="Times New Roman"/>
                          <a:ea typeface="Times New Roman"/>
                          <a:cs typeface="Times New Roman"/>
                          <a:sym typeface="Times New Roman"/>
                        </a:rPr>
                        <a:t>Response Code</a:t>
                      </a:r>
                      <a:endParaRPr sz="1500" u="none" cap="none" strike="noStrike">
                        <a:latin typeface="Times New Roman"/>
                        <a:ea typeface="Times New Roman"/>
                        <a:cs typeface="Times New Roman"/>
                        <a:sym typeface="Times New Roman"/>
                      </a:endParaRPr>
                    </a:p>
                  </a:txBody>
                  <a:tcPr marT="38100" marB="38100" marR="76200" marL="76200" anchor="ctr">
                    <a:lnL cap="flat" cmpd="sng" w="9525">
                      <a:solidFill>
                        <a:srgbClr val="E7E7E7"/>
                      </a:solidFill>
                      <a:prstDash val="solid"/>
                      <a:round/>
                      <a:headEnd len="sm" w="sm" type="none"/>
                      <a:tailEnd len="sm" w="sm" type="none"/>
                    </a:lnL>
                    <a:lnR cap="flat" cmpd="sng" w="9525">
                      <a:solidFill>
                        <a:srgbClr val="E7E7E7"/>
                      </a:solidFill>
                      <a:prstDash val="solid"/>
                      <a:round/>
                      <a:headEnd len="sm" w="sm" type="none"/>
                      <a:tailEnd len="sm" w="sm" type="none"/>
                    </a:lnR>
                    <a:lnT cap="flat" cmpd="sng" w="9525">
                      <a:solidFill>
                        <a:srgbClr val="E7E7E7"/>
                      </a:solidFill>
                      <a:prstDash val="solid"/>
                      <a:round/>
                      <a:headEnd len="sm" w="sm" type="none"/>
                      <a:tailEnd len="sm" w="sm" type="none"/>
                    </a:lnT>
                    <a:lnB cap="flat" cmpd="sng" w="9525">
                      <a:solidFill>
                        <a:srgbClr val="E7E7E7"/>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b="1" lang="en-IN" sz="1500" u="none" cap="none" strike="noStrike">
                          <a:solidFill>
                            <a:srgbClr val="000000"/>
                          </a:solidFill>
                          <a:latin typeface="Times New Roman"/>
                          <a:ea typeface="Times New Roman"/>
                          <a:cs typeface="Times New Roman"/>
                          <a:sym typeface="Times New Roman"/>
                        </a:rPr>
                        <a:t>Meaning</a:t>
                      </a:r>
                      <a:endParaRPr sz="1500" u="none" cap="none" strike="noStrike">
                        <a:latin typeface="Times New Roman"/>
                        <a:ea typeface="Times New Roman"/>
                        <a:cs typeface="Times New Roman"/>
                        <a:sym typeface="Times New Roman"/>
                      </a:endParaRPr>
                    </a:p>
                  </a:txBody>
                  <a:tcPr marT="38100" marB="38100" marR="76200" marL="76200" anchor="ctr">
                    <a:lnL cap="flat" cmpd="sng" w="9525">
                      <a:solidFill>
                        <a:srgbClr val="E7E7E7"/>
                      </a:solidFill>
                      <a:prstDash val="solid"/>
                      <a:round/>
                      <a:headEnd len="sm" w="sm" type="none"/>
                      <a:tailEnd len="sm" w="sm" type="none"/>
                    </a:lnL>
                    <a:lnR cap="flat" cmpd="sng" w="9525">
                      <a:solidFill>
                        <a:srgbClr val="E7E7E7"/>
                      </a:solidFill>
                      <a:prstDash val="solid"/>
                      <a:round/>
                      <a:headEnd len="sm" w="sm" type="none"/>
                      <a:tailEnd len="sm" w="sm" type="none"/>
                    </a:lnR>
                    <a:lnT cap="flat" cmpd="sng" w="9525">
                      <a:solidFill>
                        <a:srgbClr val="E7E7E7"/>
                      </a:solidFill>
                      <a:prstDash val="solid"/>
                      <a:round/>
                      <a:headEnd len="sm" w="sm" type="none"/>
                      <a:tailEnd len="sm" w="sm" type="none"/>
                    </a:lnT>
                    <a:lnB cap="flat" cmpd="sng" w="9525">
                      <a:solidFill>
                        <a:srgbClr val="E7E7E7"/>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b="1" lang="en-IN" sz="1500" u="none" cap="none" strike="noStrike">
                          <a:solidFill>
                            <a:srgbClr val="000000"/>
                          </a:solidFill>
                          <a:latin typeface="Times New Roman"/>
                          <a:ea typeface="Times New Roman"/>
                          <a:cs typeface="Times New Roman"/>
                          <a:sym typeface="Times New Roman"/>
                        </a:rPr>
                        <a:t>Example</a:t>
                      </a:r>
                      <a:endParaRPr sz="1500" u="none" cap="none" strike="noStrike">
                        <a:latin typeface="Times New Roman"/>
                        <a:ea typeface="Times New Roman"/>
                        <a:cs typeface="Times New Roman"/>
                        <a:sym typeface="Times New Roman"/>
                      </a:endParaRPr>
                    </a:p>
                  </a:txBody>
                  <a:tcPr marT="38100" marB="38100" marR="76200" marL="76200" anchor="ctr">
                    <a:lnL cap="flat" cmpd="sng" w="9525">
                      <a:solidFill>
                        <a:srgbClr val="E7E7E7"/>
                      </a:solidFill>
                      <a:prstDash val="solid"/>
                      <a:round/>
                      <a:headEnd len="sm" w="sm" type="none"/>
                      <a:tailEnd len="sm" w="sm" type="none"/>
                    </a:lnL>
                    <a:lnR cap="flat" cmpd="sng" w="9525">
                      <a:solidFill>
                        <a:srgbClr val="E7E7E7"/>
                      </a:solidFill>
                      <a:prstDash val="solid"/>
                      <a:round/>
                      <a:headEnd len="sm" w="sm" type="none"/>
                      <a:tailEnd len="sm" w="sm" type="none"/>
                    </a:lnR>
                    <a:lnT cap="flat" cmpd="sng" w="9525">
                      <a:solidFill>
                        <a:srgbClr val="E7E7E7"/>
                      </a:solidFill>
                      <a:prstDash val="solid"/>
                      <a:round/>
                      <a:headEnd len="sm" w="sm" type="none"/>
                      <a:tailEnd len="sm" w="sm" type="none"/>
                    </a:lnT>
                    <a:lnB cap="flat" cmpd="sng" w="9525">
                      <a:solidFill>
                        <a:srgbClr val="E7E7E7"/>
                      </a:solidFill>
                      <a:prstDash val="solid"/>
                      <a:round/>
                      <a:headEnd len="sm" w="sm" type="none"/>
                      <a:tailEnd len="sm" w="sm" type="none"/>
                    </a:lnB>
                    <a:solidFill>
                      <a:srgbClr val="FFFFFF"/>
                    </a:solidFill>
                  </a:tcPr>
                </a:tc>
              </a:tr>
              <a:tr h="938600">
                <a:tc>
                  <a:txBody>
                    <a:bodyPr/>
                    <a:lstStyle/>
                    <a:p>
                      <a:pPr indent="0" lvl="0" marL="0" marR="0" rtl="0" algn="ctr">
                        <a:spcBef>
                          <a:spcPts val="0"/>
                        </a:spcBef>
                        <a:spcAft>
                          <a:spcPts val="0"/>
                        </a:spcAft>
                        <a:buNone/>
                      </a:pPr>
                      <a:r>
                        <a:rPr i="0" lang="en-IN" sz="1500" u="none" cap="none" strike="noStrike">
                          <a:solidFill>
                            <a:srgbClr val="000000"/>
                          </a:solidFill>
                          <a:latin typeface="Times New Roman"/>
                          <a:ea typeface="Times New Roman"/>
                          <a:cs typeface="Times New Roman"/>
                          <a:sym typeface="Times New Roman"/>
                        </a:rPr>
                        <a:t>1xx</a:t>
                      </a:r>
                      <a:endParaRPr i="0" sz="1500" u="none" cap="none" strike="noStrike">
                        <a:latin typeface="Times New Roman"/>
                        <a:ea typeface="Times New Roman"/>
                        <a:cs typeface="Times New Roman"/>
                        <a:sym typeface="Times New Roman"/>
                      </a:endParaRPr>
                    </a:p>
                  </a:txBody>
                  <a:tcPr marT="38100" marB="38100" marR="76200" marL="76200" anchor="ctr">
                    <a:lnL cap="flat" cmpd="sng" w="9525">
                      <a:solidFill>
                        <a:srgbClr val="E7E7E7"/>
                      </a:solidFill>
                      <a:prstDash val="solid"/>
                      <a:round/>
                      <a:headEnd len="sm" w="sm" type="none"/>
                      <a:tailEnd len="sm" w="sm" type="none"/>
                    </a:lnL>
                    <a:lnR cap="flat" cmpd="sng" w="9525">
                      <a:solidFill>
                        <a:srgbClr val="E7E7E7"/>
                      </a:solidFill>
                      <a:prstDash val="solid"/>
                      <a:round/>
                      <a:headEnd len="sm" w="sm" type="none"/>
                      <a:tailEnd len="sm" w="sm" type="none"/>
                    </a:lnR>
                    <a:lnT cap="flat" cmpd="sng" w="9525">
                      <a:solidFill>
                        <a:srgbClr val="E7E7E7"/>
                      </a:solidFill>
                      <a:prstDash val="solid"/>
                      <a:round/>
                      <a:headEnd len="sm" w="sm" type="none"/>
                      <a:tailEnd len="sm" w="sm" type="none"/>
                    </a:lnT>
                    <a:lnB cap="flat" cmpd="sng" w="9525">
                      <a:solidFill>
                        <a:srgbClr val="E7E7E7"/>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i="0" lang="en-IN" sz="1500" u="none" cap="none" strike="noStrike">
                          <a:solidFill>
                            <a:srgbClr val="000000"/>
                          </a:solidFill>
                          <a:latin typeface="Times New Roman"/>
                          <a:ea typeface="Times New Roman"/>
                          <a:cs typeface="Times New Roman"/>
                          <a:sym typeface="Times New Roman"/>
                        </a:rPr>
                        <a:t>Information</a:t>
                      </a:r>
                      <a:endParaRPr i="0" sz="1500" u="none" cap="none" strike="noStrike">
                        <a:latin typeface="Times New Roman"/>
                        <a:ea typeface="Times New Roman"/>
                        <a:cs typeface="Times New Roman"/>
                        <a:sym typeface="Times New Roman"/>
                      </a:endParaRPr>
                    </a:p>
                  </a:txBody>
                  <a:tcPr marT="38100" marB="38100" marR="76200" marL="76200" anchor="ctr">
                    <a:lnL cap="flat" cmpd="sng" w="9525">
                      <a:solidFill>
                        <a:srgbClr val="E7E7E7"/>
                      </a:solidFill>
                      <a:prstDash val="solid"/>
                      <a:round/>
                      <a:headEnd len="sm" w="sm" type="none"/>
                      <a:tailEnd len="sm" w="sm" type="none"/>
                    </a:lnL>
                    <a:lnR cap="flat" cmpd="sng" w="9525">
                      <a:solidFill>
                        <a:srgbClr val="E7E7E7"/>
                      </a:solidFill>
                      <a:prstDash val="solid"/>
                      <a:round/>
                      <a:headEnd len="sm" w="sm" type="none"/>
                      <a:tailEnd len="sm" w="sm" type="none"/>
                    </a:lnR>
                    <a:lnT cap="flat" cmpd="sng" w="9525">
                      <a:solidFill>
                        <a:srgbClr val="E7E7E7"/>
                      </a:solidFill>
                      <a:prstDash val="solid"/>
                      <a:round/>
                      <a:headEnd len="sm" w="sm" type="none"/>
                      <a:tailEnd len="sm" w="sm" type="none"/>
                    </a:lnT>
                    <a:lnB cap="flat" cmpd="sng" w="9525">
                      <a:solidFill>
                        <a:srgbClr val="E7E7E7"/>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i="0" lang="en-IN" sz="1500" u="none" cap="none" strike="noStrike">
                          <a:solidFill>
                            <a:srgbClr val="000000"/>
                          </a:solidFill>
                          <a:latin typeface="Times New Roman"/>
                          <a:ea typeface="Times New Roman"/>
                          <a:cs typeface="Times New Roman"/>
                          <a:sym typeface="Times New Roman"/>
                        </a:rPr>
                        <a:t>100: server agrees to handle a client request.</a:t>
                      </a:r>
                      <a:endParaRPr i="0" sz="1500" u="none" cap="none" strike="noStrike">
                        <a:latin typeface="Times New Roman"/>
                        <a:ea typeface="Times New Roman"/>
                        <a:cs typeface="Times New Roman"/>
                        <a:sym typeface="Times New Roman"/>
                      </a:endParaRPr>
                    </a:p>
                  </a:txBody>
                  <a:tcPr marT="38100" marB="38100" marR="76200" marL="76200" anchor="ctr">
                    <a:lnL cap="flat" cmpd="sng" w="9525">
                      <a:solidFill>
                        <a:srgbClr val="E7E7E7"/>
                      </a:solidFill>
                      <a:prstDash val="solid"/>
                      <a:round/>
                      <a:headEnd len="sm" w="sm" type="none"/>
                      <a:tailEnd len="sm" w="sm" type="none"/>
                    </a:lnL>
                    <a:lnR cap="flat" cmpd="sng" w="9525">
                      <a:solidFill>
                        <a:srgbClr val="E7E7E7"/>
                      </a:solidFill>
                      <a:prstDash val="solid"/>
                      <a:round/>
                      <a:headEnd len="sm" w="sm" type="none"/>
                      <a:tailEnd len="sm" w="sm" type="none"/>
                    </a:lnR>
                    <a:lnT cap="flat" cmpd="sng" w="9525">
                      <a:solidFill>
                        <a:srgbClr val="E7E7E7"/>
                      </a:solidFill>
                      <a:prstDash val="solid"/>
                      <a:round/>
                      <a:headEnd len="sm" w="sm" type="none"/>
                      <a:tailEnd len="sm" w="sm" type="none"/>
                    </a:lnT>
                    <a:lnB cap="flat" cmpd="sng" w="9525">
                      <a:solidFill>
                        <a:srgbClr val="E7E7E7"/>
                      </a:solidFill>
                      <a:prstDash val="solid"/>
                      <a:round/>
                      <a:headEnd len="sm" w="sm" type="none"/>
                      <a:tailEnd len="sm" w="sm" type="none"/>
                    </a:lnB>
                    <a:solidFill>
                      <a:srgbClr val="FFFFFF"/>
                    </a:solidFill>
                  </a:tcPr>
                </a:tc>
              </a:tr>
              <a:tr h="938600">
                <a:tc>
                  <a:txBody>
                    <a:bodyPr/>
                    <a:lstStyle/>
                    <a:p>
                      <a:pPr indent="0" lvl="0" marL="0" marR="0" rtl="0" algn="ctr">
                        <a:spcBef>
                          <a:spcPts val="0"/>
                        </a:spcBef>
                        <a:spcAft>
                          <a:spcPts val="0"/>
                        </a:spcAft>
                        <a:buNone/>
                      </a:pPr>
                      <a:r>
                        <a:rPr i="0" lang="en-IN" sz="1500" u="none" cap="none" strike="noStrike">
                          <a:solidFill>
                            <a:srgbClr val="000000"/>
                          </a:solidFill>
                          <a:latin typeface="Times New Roman"/>
                          <a:ea typeface="Times New Roman"/>
                          <a:cs typeface="Times New Roman"/>
                          <a:sym typeface="Times New Roman"/>
                        </a:rPr>
                        <a:t>2xx</a:t>
                      </a:r>
                      <a:endParaRPr i="0" sz="1500" u="none" cap="none" strike="noStrike">
                        <a:latin typeface="Times New Roman"/>
                        <a:ea typeface="Times New Roman"/>
                        <a:cs typeface="Times New Roman"/>
                        <a:sym typeface="Times New Roman"/>
                      </a:endParaRPr>
                    </a:p>
                  </a:txBody>
                  <a:tcPr marT="38100" marB="38100" marR="76200" marL="76200" anchor="ctr">
                    <a:lnL cap="flat" cmpd="sng" w="9525">
                      <a:solidFill>
                        <a:srgbClr val="E7E7E7"/>
                      </a:solidFill>
                      <a:prstDash val="solid"/>
                      <a:round/>
                      <a:headEnd len="sm" w="sm" type="none"/>
                      <a:tailEnd len="sm" w="sm" type="none"/>
                    </a:lnL>
                    <a:lnR cap="flat" cmpd="sng" w="9525">
                      <a:solidFill>
                        <a:srgbClr val="E7E7E7"/>
                      </a:solidFill>
                      <a:prstDash val="solid"/>
                      <a:round/>
                      <a:headEnd len="sm" w="sm" type="none"/>
                      <a:tailEnd len="sm" w="sm" type="none"/>
                    </a:lnR>
                    <a:lnT cap="flat" cmpd="sng" w="9525">
                      <a:solidFill>
                        <a:srgbClr val="E7E7E7"/>
                      </a:solidFill>
                      <a:prstDash val="solid"/>
                      <a:round/>
                      <a:headEnd len="sm" w="sm" type="none"/>
                      <a:tailEnd len="sm" w="sm" type="none"/>
                    </a:lnT>
                    <a:lnB cap="flat" cmpd="sng" w="9525">
                      <a:solidFill>
                        <a:srgbClr val="E7E7E7"/>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i="0" lang="en-IN" sz="1500" u="none" cap="none" strike="noStrike">
                          <a:solidFill>
                            <a:srgbClr val="000000"/>
                          </a:solidFill>
                          <a:latin typeface="Times New Roman"/>
                          <a:ea typeface="Times New Roman"/>
                          <a:cs typeface="Times New Roman"/>
                          <a:sym typeface="Times New Roman"/>
                        </a:rPr>
                        <a:t>Success</a:t>
                      </a:r>
                      <a:endParaRPr i="0" sz="1500" u="none" cap="none" strike="noStrike">
                        <a:latin typeface="Times New Roman"/>
                        <a:ea typeface="Times New Roman"/>
                        <a:cs typeface="Times New Roman"/>
                        <a:sym typeface="Times New Roman"/>
                      </a:endParaRPr>
                    </a:p>
                  </a:txBody>
                  <a:tcPr marT="38100" marB="38100" marR="76200" marL="76200" anchor="ctr">
                    <a:lnL cap="flat" cmpd="sng" w="9525">
                      <a:solidFill>
                        <a:srgbClr val="E7E7E7"/>
                      </a:solidFill>
                      <a:prstDash val="solid"/>
                      <a:round/>
                      <a:headEnd len="sm" w="sm" type="none"/>
                      <a:tailEnd len="sm" w="sm" type="none"/>
                    </a:lnL>
                    <a:lnR cap="flat" cmpd="sng" w="9525">
                      <a:solidFill>
                        <a:srgbClr val="E7E7E7"/>
                      </a:solidFill>
                      <a:prstDash val="solid"/>
                      <a:round/>
                      <a:headEnd len="sm" w="sm" type="none"/>
                      <a:tailEnd len="sm" w="sm" type="none"/>
                    </a:lnR>
                    <a:lnT cap="flat" cmpd="sng" w="9525">
                      <a:solidFill>
                        <a:srgbClr val="E7E7E7"/>
                      </a:solidFill>
                      <a:prstDash val="solid"/>
                      <a:round/>
                      <a:headEnd len="sm" w="sm" type="none"/>
                      <a:tailEnd len="sm" w="sm" type="none"/>
                    </a:lnT>
                    <a:lnB cap="flat" cmpd="sng" w="9525">
                      <a:solidFill>
                        <a:srgbClr val="E7E7E7"/>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i="0" lang="en-IN" sz="1500" u="none" cap="none" strike="noStrike">
                          <a:solidFill>
                            <a:srgbClr val="000000"/>
                          </a:solidFill>
                          <a:latin typeface="Times New Roman"/>
                          <a:ea typeface="Times New Roman"/>
                          <a:cs typeface="Times New Roman"/>
                          <a:sym typeface="Times New Roman"/>
                        </a:rPr>
                        <a:t>200: request succeeded.</a:t>
                      </a:r>
                      <a:endParaRPr i="0" sz="1500" u="none" cap="none" strike="noStrike">
                        <a:latin typeface="Times New Roman"/>
                        <a:ea typeface="Times New Roman"/>
                        <a:cs typeface="Times New Roman"/>
                        <a:sym typeface="Times New Roman"/>
                      </a:endParaRPr>
                    </a:p>
                    <a:p>
                      <a:pPr indent="0" lvl="0" marL="0" marR="0" rtl="0" algn="ctr">
                        <a:spcBef>
                          <a:spcPts val="0"/>
                        </a:spcBef>
                        <a:spcAft>
                          <a:spcPts val="0"/>
                        </a:spcAft>
                        <a:buNone/>
                      </a:pPr>
                      <a:r>
                        <a:rPr i="0" lang="en-IN" sz="1500" u="none" cap="none" strike="noStrike">
                          <a:solidFill>
                            <a:srgbClr val="000000"/>
                          </a:solidFill>
                          <a:latin typeface="Times New Roman"/>
                          <a:ea typeface="Times New Roman"/>
                          <a:cs typeface="Times New Roman"/>
                          <a:sym typeface="Times New Roman"/>
                        </a:rPr>
                        <a:t>204: no client present.</a:t>
                      </a:r>
                      <a:endParaRPr i="0" sz="1500" u="none" cap="none" strike="noStrike">
                        <a:latin typeface="Times New Roman"/>
                        <a:ea typeface="Times New Roman"/>
                        <a:cs typeface="Times New Roman"/>
                        <a:sym typeface="Times New Roman"/>
                      </a:endParaRPr>
                    </a:p>
                  </a:txBody>
                  <a:tcPr marT="38100" marB="38100" marR="76200" marL="76200" anchor="ctr">
                    <a:lnL cap="flat" cmpd="sng" w="9525">
                      <a:solidFill>
                        <a:srgbClr val="E7E7E7"/>
                      </a:solidFill>
                      <a:prstDash val="solid"/>
                      <a:round/>
                      <a:headEnd len="sm" w="sm" type="none"/>
                      <a:tailEnd len="sm" w="sm" type="none"/>
                    </a:lnL>
                    <a:lnR cap="flat" cmpd="sng" w="9525">
                      <a:solidFill>
                        <a:srgbClr val="E7E7E7"/>
                      </a:solidFill>
                      <a:prstDash val="solid"/>
                      <a:round/>
                      <a:headEnd len="sm" w="sm" type="none"/>
                      <a:tailEnd len="sm" w="sm" type="none"/>
                    </a:lnR>
                    <a:lnT cap="flat" cmpd="sng" w="9525">
                      <a:solidFill>
                        <a:srgbClr val="E7E7E7"/>
                      </a:solidFill>
                      <a:prstDash val="solid"/>
                      <a:round/>
                      <a:headEnd len="sm" w="sm" type="none"/>
                      <a:tailEnd len="sm" w="sm" type="none"/>
                    </a:lnT>
                    <a:lnB cap="flat" cmpd="sng" w="9525">
                      <a:solidFill>
                        <a:srgbClr val="E7E7E7"/>
                      </a:solidFill>
                      <a:prstDash val="solid"/>
                      <a:round/>
                      <a:headEnd len="sm" w="sm" type="none"/>
                      <a:tailEnd len="sm" w="sm" type="none"/>
                    </a:lnB>
                    <a:solidFill>
                      <a:srgbClr val="FFFFFF"/>
                    </a:solidFill>
                  </a:tcPr>
                </a:tc>
              </a:tr>
              <a:tr h="1155200">
                <a:tc>
                  <a:txBody>
                    <a:bodyPr/>
                    <a:lstStyle/>
                    <a:p>
                      <a:pPr indent="0" lvl="0" marL="0" marR="0" rtl="0" algn="ctr">
                        <a:spcBef>
                          <a:spcPts val="0"/>
                        </a:spcBef>
                        <a:spcAft>
                          <a:spcPts val="0"/>
                        </a:spcAft>
                        <a:buNone/>
                      </a:pPr>
                      <a:r>
                        <a:rPr i="0" lang="en-IN" sz="1500" u="none" cap="none" strike="noStrike">
                          <a:solidFill>
                            <a:srgbClr val="000000"/>
                          </a:solidFill>
                          <a:latin typeface="Times New Roman"/>
                          <a:ea typeface="Times New Roman"/>
                          <a:cs typeface="Times New Roman"/>
                          <a:sym typeface="Times New Roman"/>
                        </a:rPr>
                        <a:t>3xx</a:t>
                      </a:r>
                      <a:endParaRPr i="0" sz="1500" u="none" cap="none" strike="noStrike">
                        <a:latin typeface="Times New Roman"/>
                        <a:ea typeface="Times New Roman"/>
                        <a:cs typeface="Times New Roman"/>
                        <a:sym typeface="Times New Roman"/>
                      </a:endParaRPr>
                    </a:p>
                  </a:txBody>
                  <a:tcPr marT="38100" marB="38100" marR="76200" marL="76200" anchor="ctr">
                    <a:lnL cap="flat" cmpd="sng" w="9525">
                      <a:solidFill>
                        <a:srgbClr val="E7E7E7"/>
                      </a:solidFill>
                      <a:prstDash val="solid"/>
                      <a:round/>
                      <a:headEnd len="sm" w="sm" type="none"/>
                      <a:tailEnd len="sm" w="sm" type="none"/>
                    </a:lnL>
                    <a:lnR cap="flat" cmpd="sng" w="9525">
                      <a:solidFill>
                        <a:srgbClr val="E7E7E7"/>
                      </a:solidFill>
                      <a:prstDash val="solid"/>
                      <a:round/>
                      <a:headEnd len="sm" w="sm" type="none"/>
                      <a:tailEnd len="sm" w="sm" type="none"/>
                    </a:lnR>
                    <a:lnT cap="flat" cmpd="sng" w="9525">
                      <a:solidFill>
                        <a:srgbClr val="E7E7E7"/>
                      </a:solidFill>
                      <a:prstDash val="solid"/>
                      <a:round/>
                      <a:headEnd len="sm" w="sm" type="none"/>
                      <a:tailEnd len="sm" w="sm" type="none"/>
                    </a:lnT>
                    <a:lnB cap="flat" cmpd="sng" w="9525">
                      <a:solidFill>
                        <a:srgbClr val="E7E7E7"/>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i="0" lang="en-IN" sz="1500" u="none" cap="none" strike="noStrike">
                          <a:solidFill>
                            <a:srgbClr val="000000"/>
                          </a:solidFill>
                          <a:latin typeface="Times New Roman"/>
                          <a:ea typeface="Times New Roman"/>
                          <a:cs typeface="Times New Roman"/>
                          <a:sym typeface="Times New Roman"/>
                        </a:rPr>
                        <a:t>Redirection</a:t>
                      </a:r>
                      <a:endParaRPr i="0" sz="1500" u="none" cap="none" strike="noStrike">
                        <a:latin typeface="Times New Roman"/>
                        <a:ea typeface="Times New Roman"/>
                        <a:cs typeface="Times New Roman"/>
                        <a:sym typeface="Times New Roman"/>
                      </a:endParaRPr>
                    </a:p>
                  </a:txBody>
                  <a:tcPr marT="38100" marB="38100" marR="76200" marL="76200" anchor="ctr">
                    <a:lnL cap="flat" cmpd="sng" w="9525">
                      <a:solidFill>
                        <a:srgbClr val="E7E7E7"/>
                      </a:solidFill>
                      <a:prstDash val="solid"/>
                      <a:round/>
                      <a:headEnd len="sm" w="sm" type="none"/>
                      <a:tailEnd len="sm" w="sm" type="none"/>
                    </a:lnL>
                    <a:lnR cap="flat" cmpd="sng" w="9525">
                      <a:solidFill>
                        <a:srgbClr val="E7E7E7"/>
                      </a:solidFill>
                      <a:prstDash val="solid"/>
                      <a:round/>
                      <a:headEnd len="sm" w="sm" type="none"/>
                      <a:tailEnd len="sm" w="sm" type="none"/>
                    </a:lnR>
                    <a:lnT cap="flat" cmpd="sng" w="9525">
                      <a:solidFill>
                        <a:srgbClr val="E7E7E7"/>
                      </a:solidFill>
                      <a:prstDash val="solid"/>
                      <a:round/>
                      <a:headEnd len="sm" w="sm" type="none"/>
                      <a:tailEnd len="sm" w="sm" type="none"/>
                    </a:lnT>
                    <a:lnB cap="flat" cmpd="sng" w="9525">
                      <a:solidFill>
                        <a:srgbClr val="E7E7E7"/>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i="0" lang="en-IN" sz="1500" u="none" cap="none" strike="noStrike">
                          <a:solidFill>
                            <a:srgbClr val="000000"/>
                          </a:solidFill>
                          <a:latin typeface="Times New Roman"/>
                          <a:ea typeface="Times New Roman"/>
                          <a:cs typeface="Times New Roman"/>
                          <a:sym typeface="Times New Roman"/>
                        </a:rPr>
                        <a:t>301: page moved.</a:t>
                      </a:r>
                      <a:endParaRPr i="0" sz="1500" u="none" cap="none" strike="noStrike">
                        <a:latin typeface="Times New Roman"/>
                        <a:ea typeface="Times New Roman"/>
                        <a:cs typeface="Times New Roman"/>
                        <a:sym typeface="Times New Roman"/>
                      </a:endParaRPr>
                    </a:p>
                    <a:p>
                      <a:pPr indent="0" lvl="0" marL="0" marR="0" rtl="0" algn="ctr">
                        <a:spcBef>
                          <a:spcPts val="0"/>
                        </a:spcBef>
                        <a:spcAft>
                          <a:spcPts val="0"/>
                        </a:spcAft>
                        <a:buNone/>
                      </a:pPr>
                      <a:r>
                        <a:rPr i="0" lang="en-IN" sz="1500" u="none" cap="none" strike="noStrike">
                          <a:solidFill>
                            <a:srgbClr val="000000"/>
                          </a:solidFill>
                          <a:latin typeface="Times New Roman"/>
                          <a:ea typeface="Times New Roman"/>
                          <a:cs typeface="Times New Roman"/>
                          <a:sym typeface="Times New Roman"/>
                        </a:rPr>
                        <a:t>304: cached page still available.</a:t>
                      </a:r>
                      <a:endParaRPr i="0" sz="1500" u="none" cap="none" strike="noStrike">
                        <a:latin typeface="Times New Roman"/>
                        <a:ea typeface="Times New Roman"/>
                        <a:cs typeface="Times New Roman"/>
                        <a:sym typeface="Times New Roman"/>
                      </a:endParaRPr>
                    </a:p>
                  </a:txBody>
                  <a:tcPr marT="38100" marB="38100" marR="76200" marL="76200" anchor="ctr">
                    <a:lnL cap="flat" cmpd="sng" w="9525">
                      <a:solidFill>
                        <a:srgbClr val="E7E7E7"/>
                      </a:solidFill>
                      <a:prstDash val="solid"/>
                      <a:round/>
                      <a:headEnd len="sm" w="sm" type="none"/>
                      <a:tailEnd len="sm" w="sm" type="none"/>
                    </a:lnL>
                    <a:lnR cap="flat" cmpd="sng" w="9525">
                      <a:solidFill>
                        <a:srgbClr val="E7E7E7"/>
                      </a:solidFill>
                      <a:prstDash val="solid"/>
                      <a:round/>
                      <a:headEnd len="sm" w="sm" type="none"/>
                      <a:tailEnd len="sm" w="sm" type="none"/>
                    </a:lnR>
                    <a:lnT cap="flat" cmpd="sng" w="9525">
                      <a:solidFill>
                        <a:srgbClr val="E7E7E7"/>
                      </a:solidFill>
                      <a:prstDash val="solid"/>
                      <a:round/>
                      <a:headEnd len="sm" w="sm" type="none"/>
                      <a:tailEnd len="sm" w="sm" type="none"/>
                    </a:lnT>
                    <a:lnB cap="flat" cmpd="sng" w="9525">
                      <a:solidFill>
                        <a:srgbClr val="E7E7E7"/>
                      </a:solidFill>
                      <a:prstDash val="solid"/>
                      <a:round/>
                      <a:headEnd len="sm" w="sm" type="none"/>
                      <a:tailEnd len="sm" w="sm" type="none"/>
                    </a:lnB>
                    <a:solidFill>
                      <a:srgbClr val="FFFFFF"/>
                    </a:solidFill>
                  </a:tcPr>
                </a:tc>
              </a:tr>
              <a:tr h="938600">
                <a:tc>
                  <a:txBody>
                    <a:bodyPr/>
                    <a:lstStyle/>
                    <a:p>
                      <a:pPr indent="0" lvl="0" marL="0" marR="0" rtl="0" algn="ctr">
                        <a:spcBef>
                          <a:spcPts val="0"/>
                        </a:spcBef>
                        <a:spcAft>
                          <a:spcPts val="0"/>
                        </a:spcAft>
                        <a:buNone/>
                      </a:pPr>
                      <a:r>
                        <a:rPr i="0" lang="en-IN" sz="1500" u="none" cap="none" strike="noStrike">
                          <a:solidFill>
                            <a:srgbClr val="000000"/>
                          </a:solidFill>
                          <a:latin typeface="Times New Roman"/>
                          <a:ea typeface="Times New Roman"/>
                          <a:cs typeface="Times New Roman"/>
                          <a:sym typeface="Times New Roman"/>
                        </a:rPr>
                        <a:t>4xx</a:t>
                      </a:r>
                      <a:endParaRPr i="0" sz="1500" u="none" cap="none" strike="noStrike">
                        <a:latin typeface="Times New Roman"/>
                        <a:ea typeface="Times New Roman"/>
                        <a:cs typeface="Times New Roman"/>
                        <a:sym typeface="Times New Roman"/>
                      </a:endParaRPr>
                    </a:p>
                  </a:txBody>
                  <a:tcPr marT="38100" marB="38100" marR="76200" marL="76200" anchor="ctr">
                    <a:lnL cap="flat" cmpd="sng" w="9525">
                      <a:solidFill>
                        <a:srgbClr val="E7E7E7"/>
                      </a:solidFill>
                      <a:prstDash val="solid"/>
                      <a:round/>
                      <a:headEnd len="sm" w="sm" type="none"/>
                      <a:tailEnd len="sm" w="sm" type="none"/>
                    </a:lnL>
                    <a:lnR cap="flat" cmpd="sng" w="9525">
                      <a:solidFill>
                        <a:srgbClr val="E7E7E7"/>
                      </a:solidFill>
                      <a:prstDash val="solid"/>
                      <a:round/>
                      <a:headEnd len="sm" w="sm" type="none"/>
                      <a:tailEnd len="sm" w="sm" type="none"/>
                    </a:lnR>
                    <a:lnT cap="flat" cmpd="sng" w="9525">
                      <a:solidFill>
                        <a:srgbClr val="E7E7E7"/>
                      </a:solidFill>
                      <a:prstDash val="solid"/>
                      <a:round/>
                      <a:headEnd len="sm" w="sm" type="none"/>
                      <a:tailEnd len="sm" w="sm" type="none"/>
                    </a:lnT>
                    <a:lnB cap="flat" cmpd="sng" w="9525">
                      <a:solidFill>
                        <a:srgbClr val="E7E7E7"/>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i="0" lang="en-IN" sz="1500" u="none" cap="none" strike="noStrike">
                          <a:solidFill>
                            <a:srgbClr val="000000"/>
                          </a:solidFill>
                          <a:latin typeface="Times New Roman"/>
                          <a:ea typeface="Times New Roman"/>
                          <a:cs typeface="Times New Roman"/>
                          <a:sym typeface="Times New Roman"/>
                        </a:rPr>
                        <a:t>Client error</a:t>
                      </a:r>
                      <a:endParaRPr i="0" sz="1500" u="none" cap="none" strike="noStrike">
                        <a:latin typeface="Times New Roman"/>
                        <a:ea typeface="Times New Roman"/>
                        <a:cs typeface="Times New Roman"/>
                        <a:sym typeface="Times New Roman"/>
                      </a:endParaRPr>
                    </a:p>
                  </a:txBody>
                  <a:tcPr marT="38100" marB="38100" marR="76200" marL="76200" anchor="ctr">
                    <a:lnL cap="flat" cmpd="sng" w="9525">
                      <a:solidFill>
                        <a:srgbClr val="E7E7E7"/>
                      </a:solidFill>
                      <a:prstDash val="solid"/>
                      <a:round/>
                      <a:headEnd len="sm" w="sm" type="none"/>
                      <a:tailEnd len="sm" w="sm" type="none"/>
                    </a:lnL>
                    <a:lnR cap="flat" cmpd="sng" w="9525">
                      <a:solidFill>
                        <a:srgbClr val="E7E7E7"/>
                      </a:solidFill>
                      <a:prstDash val="solid"/>
                      <a:round/>
                      <a:headEnd len="sm" w="sm" type="none"/>
                      <a:tailEnd len="sm" w="sm" type="none"/>
                    </a:lnR>
                    <a:lnT cap="flat" cmpd="sng" w="9525">
                      <a:solidFill>
                        <a:srgbClr val="E7E7E7"/>
                      </a:solidFill>
                      <a:prstDash val="solid"/>
                      <a:round/>
                      <a:headEnd len="sm" w="sm" type="none"/>
                      <a:tailEnd len="sm" w="sm" type="none"/>
                    </a:lnT>
                    <a:lnB cap="flat" cmpd="sng" w="9525">
                      <a:solidFill>
                        <a:srgbClr val="E7E7E7"/>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i="0" lang="en-IN" sz="1500" u="none" cap="none" strike="noStrike">
                          <a:solidFill>
                            <a:srgbClr val="000000"/>
                          </a:solidFill>
                          <a:latin typeface="Times New Roman"/>
                          <a:ea typeface="Times New Roman"/>
                          <a:cs typeface="Times New Roman"/>
                          <a:sym typeface="Times New Roman"/>
                        </a:rPr>
                        <a:t>403: forbidden page.</a:t>
                      </a:r>
                      <a:endParaRPr i="0" sz="1500" u="none" cap="none" strike="noStrike">
                        <a:latin typeface="Times New Roman"/>
                        <a:ea typeface="Times New Roman"/>
                        <a:cs typeface="Times New Roman"/>
                        <a:sym typeface="Times New Roman"/>
                      </a:endParaRPr>
                    </a:p>
                    <a:p>
                      <a:pPr indent="0" lvl="0" marL="0" marR="0" rtl="0" algn="ctr">
                        <a:spcBef>
                          <a:spcPts val="0"/>
                        </a:spcBef>
                        <a:spcAft>
                          <a:spcPts val="0"/>
                        </a:spcAft>
                        <a:buNone/>
                      </a:pPr>
                      <a:r>
                        <a:rPr i="0" lang="en-IN" sz="1500" u="none" cap="none" strike="noStrike">
                          <a:solidFill>
                            <a:srgbClr val="000000"/>
                          </a:solidFill>
                          <a:latin typeface="Times New Roman"/>
                          <a:ea typeface="Times New Roman"/>
                          <a:cs typeface="Times New Roman"/>
                          <a:sym typeface="Times New Roman"/>
                        </a:rPr>
                        <a:t>404: page not found.</a:t>
                      </a:r>
                      <a:endParaRPr i="0" sz="1500" u="none" cap="none" strike="noStrike">
                        <a:latin typeface="Times New Roman"/>
                        <a:ea typeface="Times New Roman"/>
                        <a:cs typeface="Times New Roman"/>
                        <a:sym typeface="Times New Roman"/>
                      </a:endParaRPr>
                    </a:p>
                  </a:txBody>
                  <a:tcPr marT="38100" marB="38100" marR="76200" marL="76200" anchor="ctr">
                    <a:lnL cap="flat" cmpd="sng" w="9525">
                      <a:solidFill>
                        <a:srgbClr val="E7E7E7"/>
                      </a:solidFill>
                      <a:prstDash val="solid"/>
                      <a:round/>
                      <a:headEnd len="sm" w="sm" type="none"/>
                      <a:tailEnd len="sm" w="sm" type="none"/>
                    </a:lnL>
                    <a:lnR cap="flat" cmpd="sng" w="9525">
                      <a:solidFill>
                        <a:srgbClr val="E7E7E7"/>
                      </a:solidFill>
                      <a:prstDash val="solid"/>
                      <a:round/>
                      <a:headEnd len="sm" w="sm" type="none"/>
                      <a:tailEnd len="sm" w="sm" type="none"/>
                    </a:lnR>
                    <a:lnT cap="flat" cmpd="sng" w="9525">
                      <a:solidFill>
                        <a:srgbClr val="E7E7E7"/>
                      </a:solidFill>
                      <a:prstDash val="solid"/>
                      <a:round/>
                      <a:headEnd len="sm" w="sm" type="none"/>
                      <a:tailEnd len="sm" w="sm" type="none"/>
                    </a:lnT>
                    <a:lnB cap="flat" cmpd="sng" w="9525">
                      <a:solidFill>
                        <a:srgbClr val="E7E7E7"/>
                      </a:solidFill>
                      <a:prstDash val="solid"/>
                      <a:round/>
                      <a:headEnd len="sm" w="sm" type="none"/>
                      <a:tailEnd len="sm" w="sm" type="none"/>
                    </a:lnB>
                    <a:solidFill>
                      <a:srgbClr val="FFFFFF"/>
                    </a:solidFill>
                  </a:tcPr>
                </a:tc>
              </a:tr>
              <a:tr h="938600">
                <a:tc>
                  <a:txBody>
                    <a:bodyPr/>
                    <a:lstStyle/>
                    <a:p>
                      <a:pPr indent="0" lvl="0" marL="0" marR="0" rtl="0" algn="ctr">
                        <a:spcBef>
                          <a:spcPts val="0"/>
                        </a:spcBef>
                        <a:spcAft>
                          <a:spcPts val="0"/>
                        </a:spcAft>
                        <a:buNone/>
                      </a:pPr>
                      <a:r>
                        <a:rPr i="0" lang="en-IN" sz="1500" u="none" cap="none" strike="noStrike">
                          <a:solidFill>
                            <a:srgbClr val="000000"/>
                          </a:solidFill>
                          <a:latin typeface="Times New Roman"/>
                          <a:ea typeface="Times New Roman"/>
                          <a:cs typeface="Times New Roman"/>
                          <a:sym typeface="Times New Roman"/>
                        </a:rPr>
                        <a:t>5xx</a:t>
                      </a:r>
                      <a:endParaRPr i="0" sz="1500" u="none" cap="none" strike="noStrike">
                        <a:latin typeface="Times New Roman"/>
                        <a:ea typeface="Times New Roman"/>
                        <a:cs typeface="Times New Roman"/>
                        <a:sym typeface="Times New Roman"/>
                      </a:endParaRPr>
                    </a:p>
                  </a:txBody>
                  <a:tcPr marT="38100" marB="38100" marR="76200" marL="76200" anchor="ctr">
                    <a:lnL cap="flat" cmpd="sng" w="9525">
                      <a:solidFill>
                        <a:srgbClr val="E7E7E7"/>
                      </a:solidFill>
                      <a:prstDash val="solid"/>
                      <a:round/>
                      <a:headEnd len="sm" w="sm" type="none"/>
                      <a:tailEnd len="sm" w="sm" type="none"/>
                    </a:lnL>
                    <a:lnR cap="flat" cmpd="sng" w="9525">
                      <a:solidFill>
                        <a:srgbClr val="E7E7E7"/>
                      </a:solidFill>
                      <a:prstDash val="solid"/>
                      <a:round/>
                      <a:headEnd len="sm" w="sm" type="none"/>
                      <a:tailEnd len="sm" w="sm" type="none"/>
                    </a:lnR>
                    <a:lnT cap="flat" cmpd="sng" w="9525">
                      <a:solidFill>
                        <a:srgbClr val="E7E7E7"/>
                      </a:solidFill>
                      <a:prstDash val="solid"/>
                      <a:round/>
                      <a:headEnd len="sm" w="sm" type="none"/>
                      <a:tailEnd len="sm" w="sm" type="none"/>
                    </a:lnT>
                    <a:lnB cap="flat" cmpd="sng" w="9525">
                      <a:solidFill>
                        <a:srgbClr val="E7E7E7"/>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i="0" lang="en-IN" sz="1500" u="none" cap="none" strike="noStrike">
                          <a:solidFill>
                            <a:srgbClr val="000000"/>
                          </a:solidFill>
                          <a:latin typeface="Times New Roman"/>
                          <a:ea typeface="Times New Roman"/>
                          <a:cs typeface="Times New Roman"/>
                          <a:sym typeface="Times New Roman"/>
                        </a:rPr>
                        <a:t>Server error</a:t>
                      </a:r>
                      <a:endParaRPr i="0" sz="1500" u="none" cap="none" strike="noStrike">
                        <a:latin typeface="Times New Roman"/>
                        <a:ea typeface="Times New Roman"/>
                        <a:cs typeface="Times New Roman"/>
                        <a:sym typeface="Times New Roman"/>
                      </a:endParaRPr>
                    </a:p>
                  </a:txBody>
                  <a:tcPr marT="38100" marB="38100" marR="76200" marL="76200" anchor="ctr">
                    <a:lnL cap="flat" cmpd="sng" w="9525">
                      <a:solidFill>
                        <a:srgbClr val="E7E7E7"/>
                      </a:solidFill>
                      <a:prstDash val="solid"/>
                      <a:round/>
                      <a:headEnd len="sm" w="sm" type="none"/>
                      <a:tailEnd len="sm" w="sm" type="none"/>
                    </a:lnL>
                    <a:lnR cap="flat" cmpd="sng" w="9525">
                      <a:solidFill>
                        <a:srgbClr val="E7E7E7"/>
                      </a:solidFill>
                      <a:prstDash val="solid"/>
                      <a:round/>
                      <a:headEnd len="sm" w="sm" type="none"/>
                      <a:tailEnd len="sm" w="sm" type="none"/>
                    </a:lnR>
                    <a:lnT cap="flat" cmpd="sng" w="9525">
                      <a:solidFill>
                        <a:srgbClr val="E7E7E7"/>
                      </a:solidFill>
                      <a:prstDash val="solid"/>
                      <a:round/>
                      <a:headEnd len="sm" w="sm" type="none"/>
                      <a:tailEnd len="sm" w="sm" type="none"/>
                    </a:lnT>
                    <a:lnB cap="flat" cmpd="sng" w="9525">
                      <a:solidFill>
                        <a:srgbClr val="E7E7E7"/>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i="0" lang="en-IN" sz="1500" u="none" cap="none" strike="noStrike">
                          <a:solidFill>
                            <a:srgbClr val="000000"/>
                          </a:solidFill>
                          <a:latin typeface="Times New Roman"/>
                          <a:ea typeface="Times New Roman"/>
                          <a:cs typeface="Times New Roman"/>
                          <a:sym typeface="Times New Roman"/>
                        </a:rPr>
                        <a:t>500: internal server error.</a:t>
                      </a:r>
                      <a:endParaRPr i="0" sz="1500" u="none" cap="none" strike="noStrike">
                        <a:latin typeface="Times New Roman"/>
                        <a:ea typeface="Times New Roman"/>
                        <a:cs typeface="Times New Roman"/>
                        <a:sym typeface="Times New Roman"/>
                      </a:endParaRPr>
                    </a:p>
                    <a:p>
                      <a:pPr indent="0" lvl="0" marL="0" marR="0" rtl="0" algn="ctr">
                        <a:spcBef>
                          <a:spcPts val="0"/>
                        </a:spcBef>
                        <a:spcAft>
                          <a:spcPts val="0"/>
                        </a:spcAft>
                        <a:buNone/>
                      </a:pPr>
                      <a:r>
                        <a:rPr i="0" lang="en-IN" sz="1500" u="none" cap="none" strike="noStrike">
                          <a:solidFill>
                            <a:srgbClr val="000000"/>
                          </a:solidFill>
                          <a:latin typeface="Times New Roman"/>
                          <a:ea typeface="Times New Roman"/>
                          <a:cs typeface="Times New Roman"/>
                          <a:sym typeface="Times New Roman"/>
                        </a:rPr>
                        <a:t>503: try again later.</a:t>
                      </a:r>
                      <a:endParaRPr i="0" sz="1500" u="none" cap="none" strike="noStrike">
                        <a:latin typeface="Times New Roman"/>
                        <a:ea typeface="Times New Roman"/>
                        <a:cs typeface="Times New Roman"/>
                        <a:sym typeface="Times New Roman"/>
                      </a:endParaRPr>
                    </a:p>
                  </a:txBody>
                  <a:tcPr marT="38100" marB="38100" marR="76200" marL="76200" anchor="ctr">
                    <a:lnL cap="flat" cmpd="sng" w="9525">
                      <a:solidFill>
                        <a:srgbClr val="E7E7E7"/>
                      </a:solidFill>
                      <a:prstDash val="solid"/>
                      <a:round/>
                      <a:headEnd len="sm" w="sm" type="none"/>
                      <a:tailEnd len="sm" w="sm" type="none"/>
                    </a:lnL>
                    <a:lnR cap="flat" cmpd="sng" w="9525">
                      <a:solidFill>
                        <a:srgbClr val="E7E7E7"/>
                      </a:solidFill>
                      <a:prstDash val="solid"/>
                      <a:round/>
                      <a:headEnd len="sm" w="sm" type="none"/>
                      <a:tailEnd len="sm" w="sm" type="none"/>
                    </a:lnR>
                    <a:lnT cap="flat" cmpd="sng" w="9525">
                      <a:solidFill>
                        <a:srgbClr val="E7E7E7"/>
                      </a:solidFill>
                      <a:prstDash val="solid"/>
                      <a:round/>
                      <a:headEnd len="sm" w="sm" type="none"/>
                      <a:tailEnd len="sm" w="sm" type="none"/>
                    </a:lnT>
                    <a:lnB cap="flat" cmpd="sng" w="9525">
                      <a:solidFill>
                        <a:srgbClr val="E7E7E7"/>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0"/>
          <p:cNvSpPr txBox="1"/>
          <p:nvPr>
            <p:ph type="title"/>
          </p:nvPr>
        </p:nvSpPr>
        <p:spPr>
          <a:xfrm>
            <a:off x="914400" y="274638"/>
            <a:ext cx="7772400" cy="1143000"/>
          </a:xfrm>
          <a:prstGeom prst="rect">
            <a:avLst/>
          </a:prstGeom>
          <a:noFill/>
          <a:ln>
            <a:noFill/>
          </a:ln>
        </p:spPr>
        <p:txBody>
          <a:bodyPr anchorCtr="0" anchor="b" bIns="91425" lIns="91425" spcFirstLastPara="1" rIns="91425" wrap="square" tIns="45700">
            <a:noAutofit/>
          </a:bodyPr>
          <a:lstStyle/>
          <a:p>
            <a:pPr indent="0" lvl="0" marL="0" rtl="0" algn="l">
              <a:spcBef>
                <a:spcPts val="0"/>
              </a:spcBef>
              <a:spcAft>
                <a:spcPts val="0"/>
              </a:spcAft>
              <a:buClr>
                <a:schemeClr val="dk2"/>
              </a:buClr>
              <a:buSzPts val="4000"/>
              <a:buFont typeface="Libre Franklin"/>
              <a:buNone/>
            </a:pPr>
            <a:r>
              <a:t/>
            </a:r>
            <a:endParaRPr/>
          </a:p>
        </p:txBody>
      </p:sp>
      <p:sp>
        <p:nvSpPr>
          <p:cNvPr id="152" name="Google Shape;152;p20"/>
          <p:cNvSpPr txBox="1"/>
          <p:nvPr>
            <p:ph idx="2" type="body"/>
          </p:nvPr>
        </p:nvSpPr>
        <p:spPr>
          <a:xfrm>
            <a:off x="4933950" y="1447800"/>
            <a:ext cx="3749040" cy="4572000"/>
          </a:xfrm>
          <a:prstGeom prst="rect">
            <a:avLst/>
          </a:prstGeom>
          <a:noFill/>
          <a:ln>
            <a:noFill/>
          </a:ln>
        </p:spPr>
        <p:txBody>
          <a:bodyPr anchorCtr="0" anchor="t" bIns="45700" lIns="91425" spcFirstLastPara="1" rIns="91425" wrap="square" tIns="45700">
            <a:noAutofit/>
          </a:bodyPr>
          <a:lstStyle/>
          <a:p>
            <a:pPr indent="-133985" lvl="0" marL="274320" rtl="0" algn="l">
              <a:spcBef>
                <a:spcPts val="0"/>
              </a:spcBef>
              <a:spcAft>
                <a:spcPts val="0"/>
              </a:spcAft>
              <a:buSzPts val="2210"/>
              <a:buNone/>
            </a:pPr>
            <a:r>
              <a:t/>
            </a:r>
            <a:endParaRPr/>
          </a:p>
        </p:txBody>
      </p:sp>
      <p:pic>
        <p:nvPicPr>
          <p:cNvPr descr="Andreas Zeller's Old Blog: Summarizing your presentation with ..." id="153" name="Google Shape;153;p20"/>
          <p:cNvPicPr preferRelativeResize="0"/>
          <p:nvPr>
            <p:ph idx="1" type="body"/>
          </p:nvPr>
        </p:nvPicPr>
        <p:blipFill rotWithShape="1">
          <a:blip r:embed="rId3">
            <a:alphaModFix/>
          </a:blip>
          <a:srcRect b="0" l="0" r="0" t="0"/>
          <a:stretch/>
        </p:blipFill>
        <p:spPr>
          <a:xfrm>
            <a:off x="107504" y="274638"/>
            <a:ext cx="9001000" cy="610669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Equity">
  <a:themeElements>
    <a:clrScheme name="Equity">
      <a:dk1>
        <a:srgbClr val="000000"/>
      </a:dk1>
      <a:lt1>
        <a:srgbClr val="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佈景主題">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