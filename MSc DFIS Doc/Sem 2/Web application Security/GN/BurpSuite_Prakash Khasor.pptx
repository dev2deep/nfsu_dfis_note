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9144000"/>
  <p:notesSz cx="6858000" cy="9144000"/>
  <p:embeddedFontLst>
    <p:embeddedFont>
      <p:font typeface="Libre Franklin"/>
      <p:regular r:id="rId24"/>
      <p:bold r:id="rId25"/>
      <p:italic r:id="rId26"/>
      <p:boldItalic r:id="rId27"/>
    </p:embeddedFont>
    <p:embeddedFont>
      <p:font typeface="Libre Baskerville"/>
      <p:regular r:id="rId28"/>
      <p:bold r:id="rId29"/>
      <p: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55">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55"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LibreFranklin-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ibreFranklin-italic.fntdata"/><Relationship Id="rId25" Type="http://schemas.openxmlformats.org/officeDocument/2006/relationships/font" Target="fonts/LibreFranklin-bold.fntdata"/><Relationship Id="rId28" Type="http://schemas.openxmlformats.org/officeDocument/2006/relationships/font" Target="fonts/LibreBaskerville-regular.fntdata"/><Relationship Id="rId27" Type="http://schemas.openxmlformats.org/officeDocument/2006/relationships/font" Target="fonts/LibreFranklin-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ibreBaskerville-bold.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LibreBaskerville-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1pPr>
            <a:lvl2pPr lvl="1"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2pPr>
            <a:lvl3pPr lvl="2"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3pPr>
            <a:lvl4pPr lvl="3"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4pPr>
            <a:lvl5pPr lvl="4"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5pPr>
            <a:lvl6pPr lvl="5"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6pPr>
            <a:lvl7pPr lvl="6"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7pPr>
            <a:lvl8pPr lvl="7"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8pPr>
            <a:lvl9pPr lvl="8"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1pPr>
            <a:lvl2pPr lvl="1"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2pPr>
            <a:lvl3pPr lvl="2"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3pPr>
            <a:lvl4pPr lvl="3"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4pPr>
            <a:lvl5pPr lvl="4"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5pPr>
            <a:lvl6pPr lvl="5"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6pPr>
            <a:lvl7pPr lvl="6"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7pPr>
            <a:lvl8pPr lvl="7"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8pPr>
            <a:lvl9pPr lvl="8"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1pPr>
            <a:lvl2pPr lvl="1"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2pPr>
            <a:lvl3pPr lvl="2"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3pPr>
            <a:lvl4pPr lvl="3"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4pPr>
            <a:lvl5pPr lvl="4"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5pPr>
            <a:lvl6pPr lvl="5"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6pPr>
            <a:lvl7pPr lvl="6"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7pPr>
            <a:lvl8pPr lvl="7"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8pPr>
            <a:lvl9pPr lvl="8"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a:buNone/>
            </a:pPr>
            <a:fld id="{00000000-1234-1234-1234-123412341234}" type="slidenum">
              <a:rPr lang="en-US" sz="1200">
                <a:latin typeface="Arial"/>
                <a:ea typeface="Arial"/>
                <a:cs typeface="Arial"/>
                <a:sym typeface="Arial"/>
              </a:rPr>
              <a:t>‹#›</a:t>
            </a:fld>
            <a:endParaRPr sz="1200">
              <a:latin typeface="Arial"/>
              <a:ea typeface="Arial"/>
              <a:cs typeface="Arial"/>
              <a:sym typeface="Arial"/>
            </a:endParaRPr>
          </a:p>
        </p:txBody>
      </p:sp>
      <p:sp>
        <p:nvSpPr>
          <p:cNvPr id="103" name="Google Shape;103;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a:buNone/>
            </a:pPr>
            <a:fld id="{00000000-1234-1234-1234-123412341234}" type="slidenum">
              <a:rPr lang="en-US" sz="1200">
                <a:latin typeface="Arial"/>
                <a:ea typeface="Arial"/>
                <a:cs typeface="Arial"/>
                <a:sym typeface="Arial"/>
              </a:rPr>
              <a:t>‹#›</a:t>
            </a:fld>
            <a:endParaRPr sz="1200">
              <a:latin typeface="Arial"/>
              <a:ea typeface="Arial"/>
              <a:cs typeface="Arial"/>
              <a:sym typeface="Arial"/>
            </a:endParaRPr>
          </a:p>
        </p:txBody>
      </p:sp>
      <p:sp>
        <p:nvSpPr>
          <p:cNvPr id="110" name="Google Shape;110;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a:buNone/>
            </a:pPr>
            <a:fld id="{00000000-1234-1234-1234-123412341234}" type="slidenum">
              <a:rPr lang="en-US" sz="1200">
                <a:latin typeface="Arial"/>
                <a:ea typeface="Arial"/>
                <a:cs typeface="Arial"/>
                <a:sym typeface="Arial"/>
              </a:rPr>
              <a:t>‹#›</a:t>
            </a:fld>
            <a:endParaRPr sz="1200">
              <a:latin typeface="Arial"/>
              <a:ea typeface="Arial"/>
              <a:cs typeface="Arial"/>
              <a:sym typeface="Arial"/>
            </a:endParaRPr>
          </a:p>
        </p:txBody>
      </p:sp>
      <p:sp>
        <p:nvSpPr>
          <p:cNvPr id="118" name="Google Shape;11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5" name="Google Shape;125;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1" name="Google Shape;131;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8" name="Google Shape;138;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4" name="Google Shape;144;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2" name="Google Shape;15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7" name="Google Shape;157;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2" name="Google Shape;162;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9" name="Google Shape;16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6" name="Google Shape;17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3" name="Google Shape;183;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0" name="Google Shape;19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7" name="Google Shape;197;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3" name="Google Shape;203;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9" name="Google Shape;209;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5" name="Google Shape;215;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rotWithShape="1">
          <a:blip r:embed="rId2">
            <a:alphaModFix/>
          </a:blip>
          <a:tile algn="tl" flip="none" tx="0" sx="55000" ty="0" sy="55000"/>
        </a:blipFill>
      </p:bgPr>
    </p:bg>
    <p:spTree>
      <p:nvGrpSpPr>
        <p:cNvPr id="17" name="Shape 17"/>
        <p:cNvGrpSpPr/>
        <p:nvPr/>
      </p:nvGrpSpPr>
      <p:grpSpPr>
        <a:xfrm>
          <a:off x="0" y="0"/>
          <a:ext cx="0" cy="0"/>
          <a:chOff x="0" y="0"/>
          <a:chExt cx="0" cy="0"/>
        </a:xfrm>
      </p:grpSpPr>
      <p:sp>
        <p:nvSpPr>
          <p:cNvPr id="18" name="Google Shape;18;p2"/>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19" name="Google Shape;19;p2"/>
          <p:cNvSpPr/>
          <p:nvPr/>
        </p:nvSpPr>
        <p:spPr>
          <a:xfrm>
            <a:off x="65088" y="69850"/>
            <a:ext cx="9013825" cy="6691313"/>
          </a:xfrm>
          <a:prstGeom prst="roundRect">
            <a:avLst>
              <a:gd fmla="val 4929" name="adj"/>
            </a:avLst>
          </a:prstGeom>
          <a:blipFill rotWithShape="1">
            <a:blip r:embed="rId2">
              <a:alphaModFix/>
            </a:blip>
            <a:tile algn="tl" flip="none" tx="0" sx="55000" ty="0" sy="55000"/>
          </a:blip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20" name="Google Shape;20;p2"/>
          <p:cNvSpPr/>
          <p:nvPr/>
        </p:nvSpPr>
        <p:spPr>
          <a:xfrm>
            <a:off x="63500" y="1449388"/>
            <a:ext cx="9020175" cy="15271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21" name="Google Shape;21;p2"/>
          <p:cNvSpPr/>
          <p:nvPr/>
        </p:nvSpPr>
        <p:spPr>
          <a:xfrm>
            <a:off x="63500" y="1397000"/>
            <a:ext cx="9020175" cy="120650"/>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22" name="Google Shape;22;p2"/>
          <p:cNvSpPr/>
          <p:nvPr/>
        </p:nvSpPr>
        <p:spPr>
          <a:xfrm>
            <a:off x="63500" y="2976563"/>
            <a:ext cx="9020175" cy="111125"/>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23" name="Google Shape;23;p2"/>
          <p:cNvSpPr txBox="1"/>
          <p:nvPr>
            <p:ph idx="1" type="subTitle"/>
          </p:nvPr>
        </p:nvSpPr>
        <p:spPr>
          <a:xfrm>
            <a:off x="1295400" y="3200400"/>
            <a:ext cx="6400800" cy="1600200"/>
          </a:xfrm>
          <a:prstGeom prst="rect">
            <a:avLst/>
          </a:prstGeom>
          <a:noFill/>
          <a:ln>
            <a:noFill/>
          </a:ln>
        </p:spPr>
        <p:txBody>
          <a:bodyPr anchorCtr="0" anchor="t" bIns="45700" lIns="91425" spcFirstLastPara="1" rIns="91425" wrap="square" tIns="45700">
            <a:noAutofit/>
          </a:bodyPr>
          <a:lstStyle>
            <a:lvl1pPr lvl="0" algn="ctr">
              <a:spcBef>
                <a:spcPts val="580"/>
              </a:spcBef>
              <a:spcAft>
                <a:spcPts val="0"/>
              </a:spcAft>
              <a:buSzPts val="2210"/>
              <a:buNone/>
              <a:defRPr sz="2600">
                <a:solidFill>
                  <a:schemeClr val="dk2"/>
                </a:solidFill>
              </a:defRPr>
            </a:lvl1pPr>
            <a:lvl2pPr lvl="1" algn="ctr">
              <a:spcBef>
                <a:spcPts val="370"/>
              </a:spcBef>
              <a:spcAft>
                <a:spcPts val="0"/>
              </a:spcAft>
              <a:buSzPts val="1530"/>
              <a:buNone/>
              <a:defRPr/>
            </a:lvl2pPr>
            <a:lvl3pPr lvl="2" algn="ctr">
              <a:spcBef>
                <a:spcPts val="370"/>
              </a:spcBef>
              <a:spcAft>
                <a:spcPts val="0"/>
              </a:spcAft>
              <a:buSzPts val="1530"/>
              <a:buNone/>
              <a:defRPr/>
            </a:lvl3pPr>
            <a:lvl4pPr lvl="3" algn="ctr">
              <a:spcBef>
                <a:spcPts val="370"/>
              </a:spcBef>
              <a:spcAft>
                <a:spcPts val="0"/>
              </a:spcAft>
              <a:buSzPts val="1440"/>
              <a:buNone/>
              <a:defRPr/>
            </a:lvl4pPr>
            <a:lvl5pPr lvl="4" algn="ctr">
              <a:spcBef>
                <a:spcPts val="370"/>
              </a:spcBef>
              <a:spcAft>
                <a:spcPts val="0"/>
              </a:spcAft>
              <a:buSzPts val="1800"/>
              <a:buNone/>
              <a:defRPr/>
            </a:lvl5pPr>
            <a:lvl6pPr lvl="5" algn="ctr">
              <a:spcBef>
                <a:spcPts val="370"/>
              </a:spcBef>
              <a:spcAft>
                <a:spcPts val="0"/>
              </a:spcAft>
              <a:buSzPts val="1800"/>
              <a:buNone/>
              <a:defRPr/>
            </a:lvl6pPr>
            <a:lvl7pPr lvl="6" algn="ctr">
              <a:spcBef>
                <a:spcPts val="370"/>
              </a:spcBef>
              <a:spcAft>
                <a:spcPts val="0"/>
              </a:spcAft>
              <a:buSzPts val="1800"/>
              <a:buNone/>
              <a:defRPr/>
            </a:lvl7pPr>
            <a:lvl8pPr lvl="7" algn="ctr">
              <a:spcBef>
                <a:spcPts val="370"/>
              </a:spcBef>
              <a:spcAft>
                <a:spcPts val="0"/>
              </a:spcAft>
              <a:buSzPts val="1800"/>
              <a:buNone/>
              <a:defRPr/>
            </a:lvl8pPr>
            <a:lvl9pPr lvl="8" algn="ctr">
              <a:spcBef>
                <a:spcPts val="370"/>
              </a:spcBef>
              <a:spcAft>
                <a:spcPts val="0"/>
              </a:spcAft>
              <a:buSzPts val="1800"/>
              <a:buNone/>
              <a:defRPr/>
            </a:lvl9pPr>
          </a:lstStyle>
          <a:p/>
        </p:txBody>
      </p:sp>
      <p:sp>
        <p:nvSpPr>
          <p:cNvPr id="24" name="Google Shape;24;p2"/>
          <p:cNvSpPr txBox="1"/>
          <p:nvPr>
            <p:ph type="ctrTitle"/>
          </p:nvPr>
        </p:nvSpPr>
        <p:spPr>
          <a:xfrm>
            <a:off x="457200" y="1505930"/>
            <a:ext cx="8229600" cy="1470025"/>
          </a:xfrm>
          <a:prstGeom prst="rect">
            <a:avLst/>
          </a:prstGeom>
          <a:noFill/>
          <a:ln>
            <a:noFill/>
          </a:ln>
        </p:spPr>
        <p:txBody>
          <a:bodyPr anchorCtr="0" anchor="ctr" bIns="91425" lIns="91425" spcFirstLastPara="1" rIns="91425" wrap="square" tIns="45700">
            <a:noAutofit/>
          </a:bodyPr>
          <a:lstStyle>
            <a:lvl1pPr lvl="0" algn="ctr">
              <a:spcBef>
                <a:spcPts val="0"/>
              </a:spcBef>
              <a:spcAft>
                <a:spcPts val="0"/>
              </a:spcAft>
              <a:buClr>
                <a:srgbClr val="FFFFFF"/>
              </a:buClr>
              <a:buSzPts val="4000"/>
              <a:buFont typeface="Libre Franklin"/>
              <a:buNone/>
              <a:defRPr>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26" name="Google Shape;26;p2"/>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27" name="Google Shape;27;p2"/>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indent="0" lvl="1"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indent="0" lvl="2"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indent="0" lvl="3"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indent="0" lvl="4"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indent="0" lvl="5"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indent="0" lvl="6"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indent="0" lvl="7"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indent="0" lvl="8"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3"/>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3"/>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31" name="Google Shape;31;p3"/>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32" name="Google Shape;32;p3"/>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33" name="Google Shape;33;p3"/>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indent="0" lvl="1"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indent="0" lvl="2"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indent="0" lvl="3"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indent="0" lvl="4"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indent="0" lvl="5"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indent="0" lvl="6"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indent="0" lvl="7"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indent="0" lvl="8"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4"/>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4"/>
          <p:cNvSpPr txBox="1"/>
          <p:nvPr>
            <p:ph idx="1" type="body"/>
          </p:nvPr>
        </p:nvSpPr>
        <p:spPr>
          <a:xfrm>
            <a:off x="914400" y="1447800"/>
            <a:ext cx="3749040" cy="4572000"/>
          </a:xfrm>
          <a:prstGeom prst="rect">
            <a:avLst/>
          </a:prstGeom>
          <a:noFill/>
          <a:ln>
            <a:noFill/>
          </a:ln>
        </p:spPr>
        <p:txBody>
          <a:bodyPr anchorCtr="0" anchor="t" bIns="45700" lIns="91425" spcFirstLastPara="1" rIns="91425" wrap="square" tIns="45700">
            <a:no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37" name="Google Shape;37;p4"/>
          <p:cNvSpPr txBox="1"/>
          <p:nvPr>
            <p:ph idx="2" type="body"/>
          </p:nvPr>
        </p:nvSpPr>
        <p:spPr>
          <a:xfrm>
            <a:off x="4933950" y="1447800"/>
            <a:ext cx="3749040" cy="4572000"/>
          </a:xfrm>
          <a:prstGeom prst="rect">
            <a:avLst/>
          </a:prstGeom>
          <a:noFill/>
          <a:ln>
            <a:noFill/>
          </a:ln>
        </p:spPr>
        <p:txBody>
          <a:bodyPr anchorCtr="0" anchor="t" bIns="45700" lIns="91425" spcFirstLastPara="1" rIns="91425" wrap="square" tIns="45700">
            <a:no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38" name="Google Shape;38;p4"/>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39" name="Google Shape;39;p4"/>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40" name="Google Shape;40;p4"/>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indent="0" lvl="1"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indent="0" lvl="2"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indent="0" lvl="3"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indent="0" lvl="4"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indent="0" lvl="5"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indent="0" lvl="6"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indent="0" lvl="7"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indent="0" lvl="8"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rotWithShape="1">
          <a:blip r:embed="rId2">
            <a:alphaModFix/>
          </a:blip>
          <a:tile algn="tl" flip="none" tx="0" sx="55000" ty="0" sy="55000"/>
        </a:blipFill>
      </p:bgPr>
    </p:bg>
    <p:spTree>
      <p:nvGrpSpPr>
        <p:cNvPr id="41" name="Shape 41"/>
        <p:cNvGrpSpPr/>
        <p:nvPr/>
      </p:nvGrpSpPr>
      <p:grpSpPr>
        <a:xfrm>
          <a:off x="0" y="0"/>
          <a:ext cx="0" cy="0"/>
          <a:chOff x="0" y="0"/>
          <a:chExt cx="0" cy="0"/>
        </a:xfrm>
      </p:grpSpPr>
      <p:sp>
        <p:nvSpPr>
          <p:cNvPr id="42" name="Google Shape;42;p5"/>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a:solidFill>
                <a:srgbClr val="FFFFFF"/>
              </a:solidFill>
              <a:latin typeface="Libre Baskerville"/>
              <a:ea typeface="Libre Baskerville"/>
              <a:cs typeface="Libre Baskerville"/>
              <a:sym typeface="Libre Baskerville"/>
            </a:endParaRPr>
          </a:p>
        </p:txBody>
      </p:sp>
      <p:sp>
        <p:nvSpPr>
          <p:cNvPr id="43" name="Google Shape;43;p5"/>
          <p:cNvSpPr/>
          <p:nvPr/>
        </p:nvSpPr>
        <p:spPr>
          <a:xfrm>
            <a:off x="65313" y="69755"/>
            <a:ext cx="9013372" cy="6692201"/>
          </a:xfrm>
          <a:prstGeom prst="roundRect">
            <a:avLst>
              <a:gd fmla="val 4929" name="adj"/>
            </a:avLst>
          </a:prstGeom>
          <a:blipFill rotWithShape="1">
            <a:blip r:embed="rId2">
              <a:alphaModFix/>
            </a:blip>
            <a:tile algn="tl" flip="none" tx="0" sx="55000" ty="0" sy="55000"/>
          </a:blip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a:solidFill>
                <a:srgbClr val="FFFFFF"/>
              </a:solidFill>
              <a:latin typeface="Libre Baskerville"/>
              <a:ea typeface="Libre Baskerville"/>
              <a:cs typeface="Libre Baskerville"/>
              <a:sym typeface="Libre Baskerville"/>
            </a:endParaRPr>
          </a:p>
        </p:txBody>
      </p:sp>
      <p:sp>
        <p:nvSpPr>
          <p:cNvPr id="44" name="Google Shape;44;p5"/>
          <p:cNvSpPr/>
          <p:nvPr/>
        </p:nvSpPr>
        <p:spPr>
          <a:xfrm flipH="1" rot="10800000">
            <a:off x="69850" y="2376488"/>
            <a:ext cx="9013825" cy="920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a:solidFill>
                <a:srgbClr val="FFFFFF"/>
              </a:solidFill>
              <a:latin typeface="Libre Baskerville"/>
              <a:ea typeface="Libre Baskerville"/>
              <a:cs typeface="Libre Baskerville"/>
              <a:sym typeface="Libre Baskerville"/>
            </a:endParaRPr>
          </a:p>
        </p:txBody>
      </p:sp>
      <p:sp>
        <p:nvSpPr>
          <p:cNvPr id="45" name="Google Shape;45;p5"/>
          <p:cNvSpPr/>
          <p:nvPr/>
        </p:nvSpPr>
        <p:spPr>
          <a:xfrm>
            <a:off x="69850" y="2341563"/>
            <a:ext cx="9013825" cy="46038"/>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a:solidFill>
                <a:srgbClr val="FFFFFF"/>
              </a:solidFill>
              <a:latin typeface="Libre Baskerville"/>
              <a:ea typeface="Libre Baskerville"/>
              <a:cs typeface="Libre Baskerville"/>
              <a:sym typeface="Libre Baskerville"/>
            </a:endParaRPr>
          </a:p>
        </p:txBody>
      </p:sp>
      <p:sp>
        <p:nvSpPr>
          <p:cNvPr id="46" name="Google Shape;46;p5"/>
          <p:cNvSpPr/>
          <p:nvPr/>
        </p:nvSpPr>
        <p:spPr>
          <a:xfrm>
            <a:off x="68263" y="2468563"/>
            <a:ext cx="9015413" cy="46038"/>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a:solidFill>
                <a:srgbClr val="FFFFFF"/>
              </a:solidFill>
              <a:latin typeface="Libre Baskerville"/>
              <a:ea typeface="Libre Baskerville"/>
              <a:cs typeface="Libre Baskerville"/>
              <a:sym typeface="Libre Baskerville"/>
            </a:endParaRPr>
          </a:p>
        </p:txBody>
      </p:sp>
      <p:sp>
        <p:nvSpPr>
          <p:cNvPr id="47" name="Google Shape;47;p5"/>
          <p:cNvSpPr txBox="1"/>
          <p:nvPr>
            <p:ph type="title"/>
          </p:nvPr>
        </p:nvSpPr>
        <p:spPr>
          <a:xfrm>
            <a:off x="722313" y="952500"/>
            <a:ext cx="7772400" cy="1362075"/>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Clr>
                <a:schemeClr val="dk2"/>
              </a:buClr>
              <a:buSzPts val="4000"/>
              <a:buFont typeface="Libre Franklin"/>
              <a:buNone/>
              <a:defRPr b="0"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5"/>
          <p:cNvSpPr txBox="1"/>
          <p:nvPr>
            <p:ph idx="1" type="body"/>
          </p:nvPr>
        </p:nvSpPr>
        <p:spPr>
          <a:xfrm>
            <a:off x="722313" y="2547938"/>
            <a:ext cx="7772400" cy="1338262"/>
          </a:xfrm>
          <a:prstGeom prst="rect">
            <a:avLst/>
          </a:prstGeom>
          <a:noFill/>
          <a:ln>
            <a:noFill/>
          </a:ln>
        </p:spPr>
        <p:txBody>
          <a:bodyPr anchorCtr="0" anchor="t" bIns="45700" lIns="91425" spcFirstLastPara="1" rIns="91425" wrap="square" tIns="45700">
            <a:noAutofit/>
          </a:bodyPr>
          <a:lstStyle>
            <a:lvl1pPr indent="-228600" lvl="0" marL="457200" algn="l">
              <a:spcBef>
                <a:spcPts val="580"/>
              </a:spcBef>
              <a:spcAft>
                <a:spcPts val="0"/>
              </a:spcAft>
              <a:buSzPts val="2040"/>
              <a:buNone/>
              <a:defRPr sz="2400">
                <a:solidFill>
                  <a:srgbClr val="888888"/>
                </a:solidFill>
              </a:defRPr>
            </a:lvl1pPr>
            <a:lvl2pPr indent="-228600" lvl="1" marL="914400" algn="l">
              <a:spcBef>
                <a:spcPts val="370"/>
              </a:spcBef>
              <a:spcAft>
                <a:spcPts val="0"/>
              </a:spcAft>
              <a:buSzPts val="1530"/>
              <a:buNone/>
              <a:defRPr sz="1800">
                <a:solidFill>
                  <a:srgbClr val="888888"/>
                </a:solidFill>
              </a:defRPr>
            </a:lvl2pPr>
            <a:lvl3pPr indent="-228600" lvl="2" marL="1371600" algn="l">
              <a:spcBef>
                <a:spcPts val="370"/>
              </a:spcBef>
              <a:spcAft>
                <a:spcPts val="0"/>
              </a:spcAft>
              <a:buSzPts val="1360"/>
              <a:buNone/>
              <a:defRPr sz="1600">
                <a:solidFill>
                  <a:srgbClr val="888888"/>
                </a:solidFill>
              </a:defRPr>
            </a:lvl3pPr>
            <a:lvl4pPr indent="-228600" lvl="3" marL="1828800" algn="l">
              <a:spcBef>
                <a:spcPts val="370"/>
              </a:spcBef>
              <a:spcAft>
                <a:spcPts val="0"/>
              </a:spcAft>
              <a:buSzPts val="1120"/>
              <a:buNone/>
              <a:defRPr sz="1400">
                <a:solidFill>
                  <a:srgbClr val="888888"/>
                </a:solidFill>
              </a:defRPr>
            </a:lvl4pPr>
            <a:lvl5pPr indent="-228600" lvl="4" marL="2286000" algn="l">
              <a:spcBef>
                <a:spcPts val="370"/>
              </a:spcBef>
              <a:spcAft>
                <a:spcPts val="0"/>
              </a:spcAft>
              <a:buSzPts val="1400"/>
              <a:buFont typeface="Libre Baskerville"/>
              <a:buNone/>
              <a:defRPr sz="1400">
                <a:solidFill>
                  <a:srgbClr val="888888"/>
                </a:solidFill>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49" name="Google Shape;49;p5"/>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50" name="Google Shape;50;p5"/>
          <p:cNvSpPr txBox="1"/>
          <p:nvPr>
            <p:ph idx="11" type="ftr"/>
          </p:nvPr>
        </p:nvSpPr>
        <p:spPr>
          <a:xfrm>
            <a:off x="800100" y="6172200"/>
            <a:ext cx="40005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51" name="Google Shape;51;p5"/>
          <p:cNvSpPr/>
          <p:nvPr>
            <p:ph idx="12" type="sldNum"/>
          </p:nvPr>
        </p:nvSpPr>
        <p:spPr>
          <a:xfrm>
            <a:off x="146050" y="6208713"/>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indent="0" lvl="1"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indent="0" lvl="2"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indent="0" lvl="3"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indent="0" lvl="4"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indent="0" lvl="5"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indent="0" lvl="6"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indent="0" lvl="7"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indent="0" lvl="8"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2" name="Shape 52"/>
        <p:cNvGrpSpPr/>
        <p:nvPr/>
      </p:nvGrpSpPr>
      <p:grpSpPr>
        <a:xfrm>
          <a:off x="0" y="0"/>
          <a:ext cx="0" cy="0"/>
          <a:chOff x="0" y="0"/>
          <a:chExt cx="0" cy="0"/>
        </a:xfrm>
      </p:grpSpPr>
      <p:sp>
        <p:nvSpPr>
          <p:cNvPr id="53" name="Google Shape;53;p6"/>
          <p:cNvSpPr txBox="1"/>
          <p:nvPr>
            <p:ph type="title"/>
          </p:nvPr>
        </p:nvSpPr>
        <p:spPr>
          <a:xfrm>
            <a:off x="914400" y="273050"/>
            <a:ext cx="7772400" cy="1143000"/>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Clr>
                <a:schemeClr val="dk2"/>
              </a:buClr>
              <a:buSzPts val="4000"/>
              <a:buFont typeface="Libre Franklin"/>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6"/>
          <p:cNvSpPr txBox="1"/>
          <p:nvPr>
            <p:ph idx="1" type="body"/>
          </p:nvPr>
        </p:nvSpPr>
        <p:spPr>
          <a:xfrm>
            <a:off x="914400" y="1447800"/>
            <a:ext cx="3733800" cy="762000"/>
          </a:xfrm>
          <a:prstGeom prst="rect">
            <a:avLst/>
          </a:prstGeom>
          <a:noFill/>
          <a:ln>
            <a:noFill/>
          </a:ln>
        </p:spPr>
        <p:txBody>
          <a:bodyPr anchorCtr="0" anchor="b" bIns="45700" lIns="91425" spcFirstLastPara="1" rIns="91425" wrap="square" tIns="45700">
            <a:noAutofit/>
          </a:bodyPr>
          <a:lstStyle>
            <a:lvl1pPr indent="-228600" lvl="0" marL="457200" algn="l">
              <a:spcBef>
                <a:spcPts val="580"/>
              </a:spcBef>
              <a:spcAft>
                <a:spcPts val="0"/>
              </a:spcAft>
              <a:buSzPts val="2040"/>
              <a:buNone/>
              <a:defRPr b="1" sz="2400">
                <a:solidFill>
                  <a:schemeClr val="accent1"/>
                </a:solidFill>
                <a:latin typeface="Libre Franklin"/>
                <a:ea typeface="Libre Franklin"/>
                <a:cs typeface="Libre Franklin"/>
                <a:sym typeface="Libre Franklin"/>
              </a:defRPr>
            </a:lvl1pPr>
            <a:lvl2pPr indent="-228600" lvl="1" marL="914400" algn="l">
              <a:spcBef>
                <a:spcPts val="370"/>
              </a:spcBef>
              <a:spcAft>
                <a:spcPts val="0"/>
              </a:spcAft>
              <a:buSzPts val="1700"/>
              <a:buNone/>
              <a:defRPr b="1" sz="2000"/>
            </a:lvl2pPr>
            <a:lvl3pPr indent="-228600" lvl="2" marL="1371600" algn="l">
              <a:spcBef>
                <a:spcPts val="370"/>
              </a:spcBef>
              <a:spcAft>
                <a:spcPts val="0"/>
              </a:spcAft>
              <a:buSzPts val="1530"/>
              <a:buNone/>
              <a:defRPr b="1" sz="1800"/>
            </a:lvl3pPr>
            <a:lvl4pPr indent="-228600" lvl="3" marL="1828800" algn="l">
              <a:spcBef>
                <a:spcPts val="370"/>
              </a:spcBef>
              <a:spcAft>
                <a:spcPts val="0"/>
              </a:spcAft>
              <a:buSzPts val="1280"/>
              <a:buNone/>
              <a:defRPr b="1" sz="1600"/>
            </a:lvl4pPr>
            <a:lvl5pPr indent="-228600" lvl="4" marL="2286000" algn="l">
              <a:spcBef>
                <a:spcPts val="370"/>
              </a:spcBef>
              <a:spcAft>
                <a:spcPts val="0"/>
              </a:spcAft>
              <a:buSzPts val="1600"/>
              <a:buFont typeface="Libre Baskerville"/>
              <a:buNone/>
              <a:defRPr b="1" sz="1600"/>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55" name="Google Shape;55;p6"/>
          <p:cNvSpPr txBox="1"/>
          <p:nvPr>
            <p:ph idx="2" type="body"/>
          </p:nvPr>
        </p:nvSpPr>
        <p:spPr>
          <a:xfrm>
            <a:off x="4953000" y="1447800"/>
            <a:ext cx="3733800" cy="762000"/>
          </a:xfrm>
          <a:prstGeom prst="rect">
            <a:avLst/>
          </a:prstGeom>
          <a:noFill/>
          <a:ln>
            <a:noFill/>
          </a:ln>
        </p:spPr>
        <p:txBody>
          <a:bodyPr anchorCtr="0" anchor="b" bIns="45700" lIns="91425" spcFirstLastPara="1" rIns="91425" wrap="square" tIns="45700">
            <a:noAutofit/>
          </a:bodyPr>
          <a:lstStyle>
            <a:lvl1pPr indent="-228600" lvl="0" marL="457200" algn="l">
              <a:spcBef>
                <a:spcPts val="580"/>
              </a:spcBef>
              <a:spcAft>
                <a:spcPts val="0"/>
              </a:spcAft>
              <a:buSzPts val="2040"/>
              <a:buNone/>
              <a:defRPr b="1" sz="2400">
                <a:solidFill>
                  <a:schemeClr val="accent1"/>
                </a:solidFill>
                <a:latin typeface="Libre Franklin"/>
                <a:ea typeface="Libre Franklin"/>
                <a:cs typeface="Libre Franklin"/>
                <a:sym typeface="Libre Franklin"/>
              </a:defRPr>
            </a:lvl1pPr>
            <a:lvl2pPr indent="-228600" lvl="1" marL="914400" algn="l">
              <a:spcBef>
                <a:spcPts val="370"/>
              </a:spcBef>
              <a:spcAft>
                <a:spcPts val="0"/>
              </a:spcAft>
              <a:buSzPts val="1700"/>
              <a:buNone/>
              <a:defRPr b="1" sz="2000"/>
            </a:lvl2pPr>
            <a:lvl3pPr indent="-228600" lvl="2" marL="1371600" algn="l">
              <a:spcBef>
                <a:spcPts val="370"/>
              </a:spcBef>
              <a:spcAft>
                <a:spcPts val="0"/>
              </a:spcAft>
              <a:buSzPts val="1530"/>
              <a:buNone/>
              <a:defRPr b="1" sz="1800"/>
            </a:lvl3pPr>
            <a:lvl4pPr indent="-228600" lvl="3" marL="1828800" algn="l">
              <a:spcBef>
                <a:spcPts val="370"/>
              </a:spcBef>
              <a:spcAft>
                <a:spcPts val="0"/>
              </a:spcAft>
              <a:buSzPts val="1280"/>
              <a:buNone/>
              <a:defRPr b="1" sz="1600"/>
            </a:lvl4pPr>
            <a:lvl5pPr indent="-228600" lvl="4" marL="2286000" algn="l">
              <a:spcBef>
                <a:spcPts val="370"/>
              </a:spcBef>
              <a:spcAft>
                <a:spcPts val="0"/>
              </a:spcAft>
              <a:buSzPts val="1600"/>
              <a:buFont typeface="Libre Baskerville"/>
              <a:buNone/>
              <a:defRPr b="1" sz="1600"/>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56" name="Google Shape;56;p6"/>
          <p:cNvSpPr txBox="1"/>
          <p:nvPr>
            <p:ph idx="3" type="body"/>
          </p:nvPr>
        </p:nvSpPr>
        <p:spPr>
          <a:xfrm>
            <a:off x="914400" y="2247900"/>
            <a:ext cx="3733800" cy="3886200"/>
          </a:xfrm>
          <a:prstGeom prst="rect">
            <a:avLst/>
          </a:prstGeom>
          <a:noFill/>
          <a:ln>
            <a:noFill/>
          </a:ln>
        </p:spPr>
        <p:txBody>
          <a:bodyPr anchorCtr="0" anchor="t" bIns="45700" lIns="91425" spcFirstLastPara="1" rIns="91425" wrap="square" tIns="45700">
            <a:no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57" name="Google Shape;57;p6"/>
          <p:cNvSpPr txBox="1"/>
          <p:nvPr>
            <p:ph idx="4" type="body"/>
          </p:nvPr>
        </p:nvSpPr>
        <p:spPr>
          <a:xfrm>
            <a:off x="4953000" y="2247900"/>
            <a:ext cx="3733800" cy="3886200"/>
          </a:xfrm>
          <a:prstGeom prst="rect">
            <a:avLst/>
          </a:prstGeom>
          <a:noFill/>
          <a:ln>
            <a:noFill/>
          </a:ln>
        </p:spPr>
        <p:txBody>
          <a:bodyPr anchorCtr="0" anchor="t" bIns="45700" lIns="91425" spcFirstLastPara="1" rIns="91425" wrap="square" tIns="45700">
            <a:no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58" name="Google Shape;58;p6"/>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59" name="Google Shape;59;p6"/>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60" name="Google Shape;60;p6"/>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indent="0" lvl="1"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indent="0" lvl="2"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indent="0" lvl="3"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indent="0" lvl="4"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indent="0" lvl="5"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indent="0" lvl="6"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indent="0" lvl="7"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indent="0" lvl="8"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1" name="Shape 61"/>
        <p:cNvGrpSpPr/>
        <p:nvPr/>
      </p:nvGrpSpPr>
      <p:grpSpPr>
        <a:xfrm>
          <a:off x="0" y="0"/>
          <a:ext cx="0" cy="0"/>
          <a:chOff x="0" y="0"/>
          <a:chExt cx="0" cy="0"/>
        </a:xfrm>
      </p:grpSpPr>
      <p:sp>
        <p:nvSpPr>
          <p:cNvPr id="62" name="Google Shape;62;p7"/>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7"/>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64" name="Google Shape;64;p7"/>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65" name="Google Shape;65;p7"/>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indent="0" lvl="1"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indent="0" lvl="2"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indent="0" lvl="3"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indent="0" lvl="4"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indent="0" lvl="5"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indent="0" lvl="6"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indent="0" lvl="7"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indent="0" lvl="8"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8"/>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68" name="Google Shape;68;p8"/>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69" name="Google Shape;69;p8"/>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indent="0" lvl="1"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indent="0" lvl="2"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indent="0" lvl="3"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indent="0" lvl="4"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indent="0" lvl="5"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indent="0" lvl="6"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indent="0" lvl="7"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indent="0" lvl="8"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0" name="Shape 70"/>
        <p:cNvGrpSpPr/>
        <p:nvPr/>
      </p:nvGrpSpPr>
      <p:grpSpPr>
        <a:xfrm>
          <a:off x="0" y="0"/>
          <a:ext cx="0" cy="0"/>
          <a:chOff x="0" y="0"/>
          <a:chExt cx="0" cy="0"/>
        </a:xfrm>
      </p:grpSpPr>
      <p:sp>
        <p:nvSpPr>
          <p:cNvPr id="71" name="Google Shape;71;p9"/>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a:solidFill>
                <a:srgbClr val="FFFFFF"/>
              </a:solidFill>
              <a:latin typeface="Libre Baskerville"/>
              <a:ea typeface="Libre Baskerville"/>
              <a:cs typeface="Libre Baskerville"/>
              <a:sym typeface="Libre Baskerville"/>
            </a:endParaRPr>
          </a:p>
        </p:txBody>
      </p:sp>
      <p:sp>
        <p:nvSpPr>
          <p:cNvPr id="72" name="Google Shape;72;p9"/>
          <p:cNvSpPr/>
          <p:nvPr/>
        </p:nvSpPr>
        <p:spPr>
          <a:xfrm>
            <a:off x="63500" y="69850"/>
            <a:ext cx="9013825" cy="6692900"/>
          </a:xfrm>
          <a:prstGeom prst="roundRect">
            <a:avLst>
              <a:gd fmla="val 4929" name="adj"/>
            </a:avLst>
          </a:prstGeom>
          <a:solidFill>
            <a:schemeClr val="lt1"/>
          </a:solid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a:solidFill>
                <a:srgbClr val="FFFFFF"/>
              </a:solidFill>
              <a:latin typeface="Libre Baskerville"/>
              <a:ea typeface="Libre Baskerville"/>
              <a:cs typeface="Libre Baskerville"/>
              <a:sym typeface="Libre Baskerville"/>
            </a:endParaRPr>
          </a:p>
        </p:txBody>
      </p:sp>
      <p:sp>
        <p:nvSpPr>
          <p:cNvPr id="73" name="Google Shape;73;p9"/>
          <p:cNvSpPr txBox="1"/>
          <p:nvPr>
            <p:ph type="title"/>
          </p:nvPr>
        </p:nvSpPr>
        <p:spPr>
          <a:xfrm>
            <a:off x="914400" y="273050"/>
            <a:ext cx="7772400" cy="1143000"/>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Clr>
                <a:schemeClr val="dk2"/>
              </a:buClr>
              <a:buSzPts val="4000"/>
              <a:buFont typeface="Libre Franklin"/>
              <a:buNone/>
              <a:defRPr b="0"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9"/>
          <p:cNvSpPr txBox="1"/>
          <p:nvPr>
            <p:ph idx="1" type="body"/>
          </p:nvPr>
        </p:nvSpPr>
        <p:spPr>
          <a:xfrm>
            <a:off x="914400" y="1600200"/>
            <a:ext cx="1905000" cy="4495800"/>
          </a:xfrm>
          <a:prstGeom prst="rect">
            <a:avLst/>
          </a:prstGeom>
          <a:noFill/>
          <a:ln>
            <a:noFill/>
          </a:ln>
        </p:spPr>
        <p:txBody>
          <a:bodyPr anchorCtr="0" anchor="t" bIns="45700" lIns="91425" spcFirstLastPara="1" rIns="91425" wrap="square" tIns="45700">
            <a:noAutofit/>
          </a:bodyPr>
          <a:lstStyle>
            <a:lvl1pPr indent="-228600" lvl="0" marL="457200" algn="l">
              <a:spcBef>
                <a:spcPts val="580"/>
              </a:spcBef>
              <a:spcAft>
                <a:spcPts val="0"/>
              </a:spcAft>
              <a:buSzPts val="1530"/>
              <a:buNone/>
              <a:defRPr sz="1800"/>
            </a:lvl1pPr>
            <a:lvl2pPr indent="-228600" lvl="1" marL="914400" algn="l">
              <a:spcBef>
                <a:spcPts val="370"/>
              </a:spcBef>
              <a:spcAft>
                <a:spcPts val="0"/>
              </a:spcAft>
              <a:buSzPts val="1020"/>
              <a:buNone/>
              <a:defRPr sz="1200"/>
            </a:lvl2pPr>
            <a:lvl3pPr indent="-228600" lvl="2" marL="1371600" algn="l">
              <a:spcBef>
                <a:spcPts val="370"/>
              </a:spcBef>
              <a:spcAft>
                <a:spcPts val="0"/>
              </a:spcAft>
              <a:buSzPts val="850"/>
              <a:buNone/>
              <a:defRPr sz="1000"/>
            </a:lvl3pPr>
            <a:lvl4pPr indent="-228600" lvl="3" marL="1828800" algn="l">
              <a:spcBef>
                <a:spcPts val="370"/>
              </a:spcBef>
              <a:spcAft>
                <a:spcPts val="0"/>
              </a:spcAft>
              <a:buSzPts val="720"/>
              <a:buNone/>
              <a:defRPr sz="900"/>
            </a:lvl4pPr>
            <a:lvl5pPr indent="-228600" lvl="4" marL="2286000" algn="l">
              <a:spcBef>
                <a:spcPts val="370"/>
              </a:spcBef>
              <a:spcAft>
                <a:spcPts val="0"/>
              </a:spcAft>
              <a:buSzPts val="900"/>
              <a:buFont typeface="Libre Baskerville"/>
              <a:buNone/>
              <a:defRPr sz="900"/>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75" name="Google Shape;75;p9"/>
          <p:cNvSpPr txBox="1"/>
          <p:nvPr>
            <p:ph idx="2" type="body"/>
          </p:nvPr>
        </p:nvSpPr>
        <p:spPr>
          <a:xfrm>
            <a:off x="2971800" y="1600200"/>
            <a:ext cx="5715000" cy="4495800"/>
          </a:xfrm>
          <a:prstGeom prst="rect">
            <a:avLst/>
          </a:prstGeom>
          <a:noFill/>
          <a:ln>
            <a:noFill/>
          </a:ln>
        </p:spPr>
        <p:txBody>
          <a:bodyPr anchorCtr="0" anchor="t" bIns="45700" lIns="91425" spcFirstLastPara="1" rIns="91425" wrap="square" tIns="45700">
            <a:no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76" name="Google Shape;76;p9"/>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77" name="Google Shape;77;p9"/>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78" name="Google Shape;78;p9"/>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indent="0" lvl="1"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indent="0" lvl="2"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indent="0" lvl="3"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indent="0" lvl="4"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indent="0" lvl="5"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indent="0" lvl="6"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indent="0" lvl="7"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indent="0" lvl="8"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9" name="Shape 79"/>
        <p:cNvGrpSpPr/>
        <p:nvPr/>
      </p:nvGrpSpPr>
      <p:grpSpPr>
        <a:xfrm>
          <a:off x="0" y="0"/>
          <a:ext cx="0" cy="0"/>
          <a:chOff x="0" y="0"/>
          <a:chExt cx="0" cy="0"/>
        </a:xfrm>
      </p:grpSpPr>
      <p:sp>
        <p:nvSpPr>
          <p:cNvPr id="80" name="Google Shape;80;p10"/>
          <p:cNvSpPr/>
          <p:nvPr/>
        </p:nvSpPr>
        <p:spPr>
          <a:xfrm flipH="1" rot="10800000">
            <a:off x="68263" y="4683125"/>
            <a:ext cx="9007475" cy="920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a:solidFill>
                <a:srgbClr val="FFFFFF"/>
              </a:solidFill>
              <a:latin typeface="Libre Baskerville"/>
              <a:ea typeface="Libre Baskerville"/>
              <a:cs typeface="Libre Baskerville"/>
              <a:sym typeface="Libre Baskerville"/>
            </a:endParaRPr>
          </a:p>
        </p:txBody>
      </p:sp>
      <p:sp>
        <p:nvSpPr>
          <p:cNvPr id="81" name="Google Shape;81;p10"/>
          <p:cNvSpPr/>
          <p:nvPr/>
        </p:nvSpPr>
        <p:spPr>
          <a:xfrm>
            <a:off x="68263" y="4649788"/>
            <a:ext cx="9007475" cy="46038"/>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a:solidFill>
                <a:srgbClr val="FFFFFF"/>
              </a:solidFill>
              <a:latin typeface="Libre Baskerville"/>
              <a:ea typeface="Libre Baskerville"/>
              <a:cs typeface="Libre Baskerville"/>
              <a:sym typeface="Libre Baskerville"/>
            </a:endParaRPr>
          </a:p>
        </p:txBody>
      </p:sp>
      <p:sp>
        <p:nvSpPr>
          <p:cNvPr id="82" name="Google Shape;82;p10"/>
          <p:cNvSpPr/>
          <p:nvPr/>
        </p:nvSpPr>
        <p:spPr>
          <a:xfrm>
            <a:off x="68263" y="4773613"/>
            <a:ext cx="9007475" cy="47625"/>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a:solidFill>
                <a:srgbClr val="FFFFFF"/>
              </a:solidFill>
              <a:latin typeface="Libre Baskerville"/>
              <a:ea typeface="Libre Baskerville"/>
              <a:cs typeface="Libre Baskerville"/>
              <a:sym typeface="Libre Baskerville"/>
            </a:endParaRPr>
          </a:p>
        </p:txBody>
      </p:sp>
      <p:sp>
        <p:nvSpPr>
          <p:cNvPr id="83" name="Google Shape;83;p10"/>
          <p:cNvSpPr txBox="1"/>
          <p:nvPr>
            <p:ph type="title"/>
          </p:nvPr>
        </p:nvSpPr>
        <p:spPr>
          <a:xfrm>
            <a:off x="914400" y="4900550"/>
            <a:ext cx="7315200" cy="522288"/>
          </a:xfrm>
          <a:prstGeom prst="rect">
            <a:avLst/>
          </a:prstGeom>
          <a:noFill/>
          <a:ln>
            <a:noFill/>
          </a:ln>
        </p:spPr>
        <p:txBody>
          <a:bodyPr anchorCtr="0" anchor="ctr" bIns="91425" lIns="91425" spcFirstLastPara="1" rIns="91425" wrap="square" tIns="45700">
            <a:noAutofit/>
          </a:bodyPr>
          <a:lstStyle>
            <a:lvl1pPr lvl="0" algn="l">
              <a:spcBef>
                <a:spcPts val="0"/>
              </a:spcBef>
              <a:spcAft>
                <a:spcPts val="0"/>
              </a:spcAft>
              <a:buClr>
                <a:schemeClr val="dk2"/>
              </a:buClr>
              <a:buSzPts val="2800"/>
              <a:buFont typeface="Libre Franklin"/>
              <a:buNone/>
              <a:defRPr b="0"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10"/>
          <p:cNvSpPr txBox="1"/>
          <p:nvPr>
            <p:ph idx="1" type="body"/>
          </p:nvPr>
        </p:nvSpPr>
        <p:spPr>
          <a:xfrm>
            <a:off x="914400" y="5445825"/>
            <a:ext cx="7315200" cy="685800"/>
          </a:xfrm>
          <a:prstGeom prst="rect">
            <a:avLst/>
          </a:prstGeom>
          <a:noFill/>
          <a:ln>
            <a:noFill/>
          </a:ln>
        </p:spPr>
        <p:txBody>
          <a:bodyPr anchorCtr="0" anchor="t" bIns="45700" lIns="91425" spcFirstLastPara="1" rIns="91425" wrap="square" tIns="45700">
            <a:noAutofit/>
          </a:bodyPr>
          <a:lstStyle>
            <a:lvl1pPr indent="-228600" lvl="0" marL="457200" algn="l">
              <a:spcBef>
                <a:spcPts val="580"/>
              </a:spcBef>
              <a:spcAft>
                <a:spcPts val="0"/>
              </a:spcAft>
              <a:buSzPts val="1360"/>
              <a:buFont typeface="Libre Baskerville"/>
              <a:buNone/>
              <a:defRPr sz="1600"/>
            </a:lvl1pPr>
            <a:lvl2pPr indent="-293369" lvl="1" marL="914400" algn="l">
              <a:spcBef>
                <a:spcPts val="370"/>
              </a:spcBef>
              <a:spcAft>
                <a:spcPts val="0"/>
              </a:spcAft>
              <a:buSzPts val="1020"/>
              <a:buChar char="⚫"/>
              <a:defRPr sz="1200"/>
            </a:lvl2pPr>
            <a:lvl3pPr indent="-282575" lvl="2" marL="1371600" algn="l">
              <a:spcBef>
                <a:spcPts val="370"/>
              </a:spcBef>
              <a:spcAft>
                <a:spcPts val="0"/>
              </a:spcAft>
              <a:buSzPts val="850"/>
              <a:buChar char="⚫"/>
              <a:defRPr sz="1000"/>
            </a:lvl3pPr>
            <a:lvl4pPr indent="-274319" lvl="3" marL="1828800" algn="l">
              <a:spcBef>
                <a:spcPts val="370"/>
              </a:spcBef>
              <a:spcAft>
                <a:spcPts val="0"/>
              </a:spcAft>
              <a:buSzPts val="720"/>
              <a:buChar char="⚫"/>
              <a:defRPr sz="900"/>
            </a:lvl4pPr>
            <a:lvl5pPr indent="-285750" lvl="4" marL="2286000" algn="l">
              <a:spcBef>
                <a:spcPts val="370"/>
              </a:spcBef>
              <a:spcAft>
                <a:spcPts val="0"/>
              </a:spcAft>
              <a:buSzPts val="900"/>
              <a:buFont typeface="Libre Baskerville"/>
              <a:buChar char="o"/>
              <a:defRPr sz="900"/>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85" name="Google Shape;85;p10"/>
          <p:cNvSpPr/>
          <p:nvPr>
            <p:ph idx="2" type="pic"/>
          </p:nvPr>
        </p:nvSpPr>
        <p:spPr>
          <a:xfrm>
            <a:off x="68308" y="66675"/>
            <a:ext cx="9001873" cy="4581525"/>
          </a:xfrm>
          <a:prstGeom prst="round2SameRect">
            <a:avLst>
              <a:gd fmla="val 7101" name="adj1"/>
              <a:gd fmla="val 0" name="adj2"/>
            </a:avLst>
          </a:prstGeom>
          <a:solidFill>
            <a:schemeClr val="lt2"/>
          </a:solidFill>
          <a:ln cap="flat" cmpd="sng" w="9525">
            <a:solidFill>
              <a:schemeClr val="dk1"/>
            </a:solidFill>
            <a:prstDash val="solid"/>
            <a:round/>
            <a:headEnd len="sm" w="sm" type="none"/>
            <a:tailEnd len="sm" w="sm" type="none"/>
          </a:ln>
        </p:spPr>
      </p:sp>
      <p:sp>
        <p:nvSpPr>
          <p:cNvPr id="86" name="Google Shape;86;p10"/>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87" name="Google Shape;87;p10"/>
          <p:cNvSpPr txBox="1"/>
          <p:nvPr>
            <p:ph idx="11" type="ftr"/>
          </p:nvPr>
        </p:nvSpPr>
        <p:spPr>
          <a:xfrm>
            <a:off x="914400" y="6172200"/>
            <a:ext cx="38862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88" name="Google Shape;88;p10"/>
          <p:cNvSpPr/>
          <p:nvPr>
            <p:ph idx="12" type="sldNum"/>
          </p:nvPr>
        </p:nvSpPr>
        <p:spPr>
          <a:xfrm>
            <a:off x="146050" y="6208713"/>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indent="0" lvl="1"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indent="0" lvl="2"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indent="0" lvl="3"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indent="0" lvl="4"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indent="0" lvl="5"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indent="0" lvl="6"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indent="0" lvl="7"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indent="0" lvl="8"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9" name="Shape 89"/>
        <p:cNvGrpSpPr/>
        <p:nvPr/>
      </p:nvGrpSpPr>
      <p:grpSpPr>
        <a:xfrm>
          <a:off x="0" y="0"/>
          <a:ext cx="0" cy="0"/>
          <a:chOff x="0" y="0"/>
          <a:chExt cx="0" cy="0"/>
        </a:xfrm>
      </p:grpSpPr>
      <p:sp>
        <p:nvSpPr>
          <p:cNvPr id="90" name="Google Shape;90;p11"/>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11"/>
          <p:cNvSpPr txBox="1"/>
          <p:nvPr>
            <p:ph idx="1" type="body"/>
          </p:nvPr>
        </p:nvSpPr>
        <p:spPr>
          <a:xfrm rot="5400000">
            <a:off x="2514600" y="-152400"/>
            <a:ext cx="4572000" cy="7772400"/>
          </a:xfrm>
          <a:prstGeom prst="rect">
            <a:avLst/>
          </a:prstGeom>
          <a:noFill/>
          <a:ln>
            <a:noFill/>
          </a:ln>
        </p:spPr>
        <p:txBody>
          <a:bodyPr anchorCtr="0" anchor="t" bIns="45700" lIns="91425" spcFirstLastPara="1" rIns="91425" wrap="square" tIns="45700">
            <a:no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92" name="Google Shape;92;p11"/>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93" name="Google Shape;93;p11"/>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94" name="Google Shape;94;p11"/>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indent="0" lvl="1"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indent="0" lvl="2"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indent="0" lvl="3"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indent="0" lvl="4"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indent="0" lvl="5"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indent="0" lvl="6"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indent="0" lvl="7"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indent="0" lvl="8"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5" name="Shape 95"/>
        <p:cNvGrpSpPr/>
        <p:nvPr/>
      </p:nvGrpSpPr>
      <p:grpSpPr>
        <a:xfrm>
          <a:off x="0" y="0"/>
          <a:ext cx="0" cy="0"/>
          <a:chOff x="0" y="0"/>
          <a:chExt cx="0" cy="0"/>
        </a:xfrm>
      </p:grpSpPr>
      <p:sp>
        <p:nvSpPr>
          <p:cNvPr id="96" name="Google Shape;96;p12"/>
          <p:cNvSpPr txBox="1"/>
          <p:nvPr>
            <p:ph type="title"/>
          </p:nvPr>
        </p:nvSpPr>
        <p:spPr>
          <a:xfrm rot="5400000">
            <a:off x="4709478" y="2194564"/>
            <a:ext cx="5851525" cy="2011680"/>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2"/>
          <p:cNvSpPr txBox="1"/>
          <p:nvPr>
            <p:ph idx="1" type="body"/>
          </p:nvPr>
        </p:nvSpPr>
        <p:spPr>
          <a:xfrm rot="5400000">
            <a:off x="769938" y="419103"/>
            <a:ext cx="5851525" cy="5562600"/>
          </a:xfrm>
          <a:prstGeom prst="rect">
            <a:avLst/>
          </a:prstGeom>
          <a:noFill/>
          <a:ln>
            <a:noFill/>
          </a:ln>
        </p:spPr>
        <p:txBody>
          <a:bodyPr anchorCtr="0" anchor="t" bIns="45700" lIns="91425" spcFirstLastPara="1" rIns="91425" wrap="square" tIns="45700">
            <a:no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98" name="Google Shape;98;p12"/>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99" name="Google Shape;99;p12"/>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100" name="Google Shape;100;p12"/>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indent="0" lvl="1"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indent="0" lvl="2"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indent="0" lvl="3"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indent="0" lvl="4"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indent="0" lvl="5"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indent="0" lvl="6"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indent="0" lvl="7"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indent="0" lvl="8" marL="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11" name="Google Shape;11;p1"/>
          <p:cNvSpPr/>
          <p:nvPr/>
        </p:nvSpPr>
        <p:spPr>
          <a:xfrm>
            <a:off x="63500" y="69850"/>
            <a:ext cx="9013825" cy="6692900"/>
          </a:xfrm>
          <a:prstGeom prst="roundRect">
            <a:avLst>
              <a:gd fmla="val 4929" name="adj"/>
            </a:avLst>
          </a:prstGeom>
          <a:solidFill>
            <a:schemeClr val="lt1"/>
          </a:solid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imes New Roman"/>
              <a:buNone/>
            </a:pPr>
            <a:r>
              <a:t/>
            </a:r>
            <a:endParaRPr b="0" i="0" sz="1600" u="none" cap="none" strike="noStrike">
              <a:solidFill>
                <a:srgbClr val="FFFFFF"/>
              </a:solidFill>
              <a:latin typeface="Libre Baskerville"/>
              <a:ea typeface="Libre Baskerville"/>
              <a:cs typeface="Libre Baskerville"/>
              <a:sym typeface="Libre Baskerville"/>
            </a:endParaRPr>
          </a:p>
        </p:txBody>
      </p:sp>
      <p:sp>
        <p:nvSpPr>
          <p:cNvPr id="12" name="Google Shape;12;p1"/>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lvl1pPr lvl="0" marR="0" rtl="0" algn="l">
              <a:spcBef>
                <a:spcPts val="0"/>
              </a:spcBef>
              <a:spcAft>
                <a:spcPts val="0"/>
              </a:spcAft>
              <a:buClr>
                <a:schemeClr val="dk2"/>
              </a:buClr>
              <a:buSzPts val="4000"/>
              <a:buFont typeface="Libre Franklin"/>
              <a:buNone/>
              <a:defRPr b="0" i="0" sz="4000" u="none" cap="none" strike="noStrike">
                <a:solidFill>
                  <a:schemeClr val="dk2"/>
                </a:solidFill>
                <a:latin typeface="Libre Franklin"/>
                <a:ea typeface="Libre Franklin"/>
                <a:cs typeface="Libre Franklin"/>
                <a:sym typeface="Libre Frankli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lvl1pPr indent="-368935" lvl="0" marL="457200" marR="0" rtl="0" algn="l">
              <a:spcBef>
                <a:spcPts val="580"/>
              </a:spcBef>
              <a:spcAft>
                <a:spcPts val="0"/>
              </a:spcAft>
              <a:buClr>
                <a:schemeClr val="accent1"/>
              </a:buClr>
              <a:buSzPts val="2210"/>
              <a:buFont typeface="Noto Sans Symbols"/>
              <a:buChar char="⚫"/>
              <a:defRPr b="0" i="0" sz="2600" u="none" cap="none" strike="noStrike">
                <a:solidFill>
                  <a:schemeClr val="dk1"/>
                </a:solidFill>
                <a:latin typeface="Libre Baskerville"/>
                <a:ea typeface="Libre Baskerville"/>
                <a:cs typeface="Libre Baskerville"/>
                <a:sym typeface="Libre Baskerville"/>
              </a:defRPr>
            </a:lvl1pPr>
            <a:lvl2pPr indent="-358140" lvl="1" marL="914400" marR="0" rtl="0" algn="l">
              <a:spcBef>
                <a:spcPts val="370"/>
              </a:spcBef>
              <a:spcAft>
                <a:spcPts val="0"/>
              </a:spcAft>
              <a:buClr>
                <a:schemeClr val="accent2"/>
              </a:buClr>
              <a:buSzPts val="2040"/>
              <a:buFont typeface="Noto Sans Symbols"/>
              <a:buChar char="⚫"/>
              <a:defRPr b="0" i="0" sz="2400" u="none" cap="none" strike="noStrike">
                <a:solidFill>
                  <a:schemeClr val="dk1"/>
                </a:solidFill>
                <a:latin typeface="Libre Baskerville"/>
                <a:ea typeface="Libre Baskerville"/>
                <a:cs typeface="Libre Baskerville"/>
                <a:sym typeface="Libre Baskerville"/>
              </a:defRPr>
            </a:lvl2pPr>
            <a:lvl3pPr indent="-336550" lvl="2" marL="1371600" marR="0" rtl="0" algn="l">
              <a:spcBef>
                <a:spcPts val="370"/>
              </a:spcBef>
              <a:spcAft>
                <a:spcPts val="0"/>
              </a:spcAft>
              <a:buClr>
                <a:srgbClr val="E6AFA9"/>
              </a:buClr>
              <a:buSzPts val="1700"/>
              <a:buFont typeface="Noto Sans Symbols"/>
              <a:buChar char="⚫"/>
              <a:defRPr b="0" i="0" sz="2000" u="none" cap="none" strike="noStrike">
                <a:solidFill>
                  <a:schemeClr val="dk1"/>
                </a:solidFill>
                <a:latin typeface="Libre Baskerville"/>
                <a:ea typeface="Libre Baskerville"/>
                <a:cs typeface="Libre Baskerville"/>
                <a:sym typeface="Libre Baskerville"/>
              </a:defRPr>
            </a:lvl3pPr>
            <a:lvl4pPr indent="-330200" lvl="3" marL="1828800" marR="0" rtl="0" algn="l">
              <a:spcBef>
                <a:spcPts val="370"/>
              </a:spcBef>
              <a:spcAft>
                <a:spcPts val="0"/>
              </a:spcAft>
              <a:buClr>
                <a:schemeClr val="accent3"/>
              </a:buClr>
              <a:buSzPts val="1600"/>
              <a:buFont typeface="Noto Sans Symbols"/>
              <a:buChar char="⚫"/>
              <a:defRPr b="0" i="0" sz="2000" u="none" cap="none" strike="noStrike">
                <a:solidFill>
                  <a:schemeClr val="dk1"/>
                </a:solidFill>
                <a:latin typeface="Libre Baskerville"/>
                <a:ea typeface="Libre Baskerville"/>
                <a:cs typeface="Libre Baskerville"/>
                <a:sym typeface="Libre Baskerville"/>
              </a:defRPr>
            </a:lvl4pPr>
            <a:lvl5pPr indent="-355600" lvl="4" marL="2286000" marR="0" rtl="0" algn="l">
              <a:spcBef>
                <a:spcPts val="370"/>
              </a:spcBef>
              <a:spcAft>
                <a:spcPts val="0"/>
              </a:spcAft>
              <a:buClr>
                <a:schemeClr val="accent3"/>
              </a:buClr>
              <a:buSzPts val="2000"/>
              <a:buFont typeface="Libre Baskerville"/>
              <a:buChar char="o"/>
              <a:defRPr b="0" i="0" sz="2000" u="none" cap="none" strike="noStrike">
                <a:solidFill>
                  <a:schemeClr val="dk1"/>
                </a:solidFill>
                <a:latin typeface="Libre Baskerville"/>
                <a:ea typeface="Libre Baskerville"/>
                <a:cs typeface="Libre Baskerville"/>
                <a:sym typeface="Libre Baskerville"/>
              </a:defRPr>
            </a:lvl5pPr>
            <a:lvl6pPr indent="-342900" lvl="5" marL="2743200" marR="0" rtl="0" algn="l">
              <a:spcBef>
                <a:spcPts val="370"/>
              </a:spcBef>
              <a:spcAft>
                <a:spcPts val="0"/>
              </a:spcAft>
              <a:buClr>
                <a:schemeClr val="accent3"/>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6pPr>
            <a:lvl7pPr indent="-342900" lvl="6" marL="3200400" marR="0" rtl="0" algn="l">
              <a:spcBef>
                <a:spcPts val="370"/>
              </a:spcBef>
              <a:spcAft>
                <a:spcPts val="0"/>
              </a:spcAft>
              <a:buClr>
                <a:schemeClr val="accent2"/>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7pPr>
            <a:lvl8pPr indent="-342900" lvl="7" marL="3657600" marR="0" rtl="0" algn="l">
              <a:spcBef>
                <a:spcPts val="370"/>
              </a:spcBef>
              <a:spcAft>
                <a:spcPts val="0"/>
              </a:spcAft>
              <a:buClr>
                <a:srgbClr val="E6AF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8pPr>
            <a:lvl9pPr indent="-342900" lvl="8" marL="4114800" marR="0" rtl="0" algn="l">
              <a:spcBef>
                <a:spcPts val="370"/>
              </a:spcBef>
              <a:spcAft>
                <a:spcPts val="0"/>
              </a:spcAft>
              <a:buClr>
                <a:srgbClr val="CAAB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9pPr>
          </a:lstStyle>
          <a:p/>
        </p:txBody>
      </p:sp>
      <p:sp>
        <p:nvSpPr>
          <p:cNvPr id="14" name="Google Shape;14;p1"/>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chemeClr val="dk2"/>
              </a:buClr>
              <a:buSzPts val="1400"/>
              <a:buFont typeface="Times New Roman"/>
              <a:buNone/>
              <a:defRPr b="0" i="0" sz="1400" u="none" cap="none" strike="noStrike">
                <a:solidFill>
                  <a:schemeClr val="dk2"/>
                </a:solidFill>
                <a:latin typeface="Times New Roman"/>
                <a:ea typeface="Times New Roman"/>
                <a:cs typeface="Times New Roman"/>
                <a:sym typeface="Times New Roman"/>
              </a:defRPr>
            </a:lvl1pPr>
            <a:lvl2pPr lvl="1"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2pPr>
            <a:lvl3pPr lvl="2"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3pPr>
            <a:lvl4pPr lvl="3"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4pPr>
            <a:lvl5pPr lvl="4"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5pPr>
            <a:lvl6pPr lvl="5"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6pPr>
            <a:lvl7pPr lvl="6"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7pPr>
            <a:lvl8pPr lvl="7"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8pPr>
            <a:lvl9pPr lvl="8"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9pPr>
          </a:lstStyle>
          <a:p/>
        </p:txBody>
      </p:sp>
      <p:sp>
        <p:nvSpPr>
          <p:cNvPr id="15" name="Google Shape;15;p1"/>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chemeClr val="dk2"/>
              </a:buClr>
              <a:buSzPts val="1400"/>
              <a:buFont typeface="Times New Roman"/>
              <a:buNone/>
              <a:defRPr b="0" i="0" sz="1400" u="none" cap="none" strike="noStrike">
                <a:solidFill>
                  <a:schemeClr val="dk2"/>
                </a:solidFill>
                <a:latin typeface="Times New Roman"/>
                <a:ea typeface="Times New Roman"/>
                <a:cs typeface="Times New Roman"/>
                <a:sym typeface="Times New Roman"/>
              </a:defRPr>
            </a:lvl1pPr>
            <a:lvl2pPr lvl="1"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2pPr>
            <a:lvl3pPr lvl="2"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3pPr>
            <a:lvl4pPr lvl="3"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4pPr>
            <a:lvl5pPr lvl="4"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5pPr>
            <a:lvl6pPr lvl="5"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6pPr>
            <a:lvl7pPr lvl="6"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7pPr>
            <a:lvl8pPr lvl="7"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8pPr>
            <a:lvl9pPr lvl="8" marR="0" rtl="0" algn="ctr">
              <a:lnSpc>
                <a:spcPct val="100000"/>
              </a:lnSpc>
              <a:spcBef>
                <a:spcPts val="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9pPr>
          </a:lstStyle>
          <a:p/>
        </p:txBody>
      </p:sp>
      <p:sp>
        <p:nvSpPr>
          <p:cNvPr id="16" name="Google Shape;16;p1"/>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1pPr>
            <a:lvl2pPr indent="0" lvl="1"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2pPr>
            <a:lvl3pPr indent="0" lvl="2"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3pPr>
            <a:lvl4pPr indent="0" lvl="3"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4pPr>
            <a:lvl5pPr indent="0" lvl="4"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5pPr>
            <a:lvl6pPr indent="0" lvl="5"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6pPr>
            <a:lvl7pPr indent="0" lvl="6"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7pPr>
            <a:lvl8pPr indent="0" lvl="7"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8pPr>
            <a:lvl9pPr indent="0" lvl="8"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3"/>
          <p:cNvSpPr txBox="1"/>
          <p:nvPr>
            <p:ph idx="1" type="subTitle"/>
          </p:nvPr>
        </p:nvSpPr>
        <p:spPr>
          <a:xfrm>
            <a:off x="2555875" y="4508500"/>
            <a:ext cx="6400800" cy="16002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SzPts val="2210"/>
              <a:buFont typeface="Noto Sans Symbols"/>
              <a:buNone/>
            </a:pPr>
            <a:r>
              <a:rPr lang="en-US">
                <a:latin typeface="Libre Baskerville"/>
                <a:ea typeface="Libre Baskerville"/>
                <a:cs typeface="Libre Baskerville"/>
                <a:sym typeface="Libre Baskerville"/>
              </a:rPr>
              <a:t>                                                     </a:t>
            </a:r>
            <a:br>
              <a:rPr lang="en-US" sz="2000">
                <a:latin typeface="Times New Roman"/>
                <a:ea typeface="Times New Roman"/>
                <a:cs typeface="Times New Roman"/>
                <a:sym typeface="Times New Roman"/>
              </a:rPr>
            </a:br>
            <a:r>
              <a:rPr lang="en-US" sz="2000">
                <a:latin typeface="Times New Roman"/>
                <a:ea typeface="Times New Roman"/>
                <a:cs typeface="Times New Roman"/>
                <a:sym typeface="Times New Roman"/>
              </a:rPr>
              <a:t>                                                          By –Prakash Khasor,</a:t>
            </a:r>
            <a:br>
              <a:rPr lang="en-US" sz="2000">
                <a:latin typeface="Times New Roman"/>
                <a:ea typeface="Times New Roman"/>
                <a:cs typeface="Times New Roman"/>
                <a:sym typeface="Times New Roman"/>
              </a:rPr>
            </a:br>
            <a:r>
              <a:rPr lang="en-US" sz="2000">
                <a:latin typeface="Times New Roman"/>
                <a:ea typeface="Times New Roman"/>
                <a:cs typeface="Times New Roman"/>
                <a:sym typeface="Times New Roman"/>
              </a:rPr>
              <a:t>                                       Assistant Professor(Cyber Security),</a:t>
            </a:r>
            <a:br>
              <a:rPr lang="en-US" sz="2000">
                <a:latin typeface="Times New Roman"/>
                <a:ea typeface="Times New Roman"/>
                <a:cs typeface="Times New Roman"/>
                <a:sym typeface="Times New Roman"/>
              </a:rPr>
            </a:br>
            <a:r>
              <a:rPr lang="en-US" sz="2000">
                <a:latin typeface="Times New Roman"/>
                <a:ea typeface="Times New Roman"/>
                <a:cs typeface="Times New Roman"/>
                <a:sym typeface="Times New Roman"/>
              </a:rPr>
              <a:t>                                    National Forensic Sciences University</a:t>
            </a:r>
            <a:endParaRPr sz="2000">
              <a:latin typeface="Times New Roman"/>
              <a:ea typeface="Times New Roman"/>
              <a:cs typeface="Times New Roman"/>
              <a:sym typeface="Times New Roman"/>
            </a:endParaRPr>
          </a:p>
        </p:txBody>
      </p:sp>
      <p:sp>
        <p:nvSpPr>
          <p:cNvPr id="107" name="Google Shape;107;p13"/>
          <p:cNvSpPr txBox="1"/>
          <p:nvPr>
            <p:ph type="ctrTitle"/>
          </p:nvPr>
        </p:nvSpPr>
        <p:spPr>
          <a:xfrm>
            <a:off x="457200" y="1506538"/>
            <a:ext cx="8229600" cy="1470025"/>
          </a:xfrm>
          <a:prstGeom prst="rect">
            <a:avLst/>
          </a:prstGeom>
          <a:noFill/>
          <a:ln>
            <a:noFill/>
          </a:ln>
        </p:spPr>
        <p:txBody>
          <a:bodyPr anchorCtr="0" anchor="ctr" bIns="91425" lIns="91425" spcFirstLastPara="1" rIns="91425" wrap="square" tIns="45700">
            <a:noAutofit/>
          </a:bodyPr>
          <a:lstStyle/>
          <a:p>
            <a:pPr indent="0" lvl="0" marL="0" rtl="0" algn="ctr">
              <a:spcBef>
                <a:spcPts val="0"/>
              </a:spcBef>
              <a:spcAft>
                <a:spcPts val="0"/>
              </a:spcAft>
              <a:buClr>
                <a:srgbClr val="FFFFFF"/>
              </a:buClr>
              <a:buSzPts val="4000"/>
              <a:buFont typeface="Times New Roman"/>
              <a:buNone/>
            </a:pPr>
            <a:r>
              <a:rPr lang="en-US">
                <a:solidFill>
                  <a:srgbClr val="FFFFFF"/>
                </a:solidFill>
                <a:latin typeface="Times New Roman"/>
                <a:ea typeface="Times New Roman"/>
                <a:cs typeface="Times New Roman"/>
                <a:sym typeface="Times New Roman"/>
              </a:rPr>
              <a:t>Burp Suite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4"/>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rgbClr val="FF3300"/>
              </a:buClr>
              <a:buSzPts val="4000"/>
              <a:buFont typeface="Times New Roman"/>
              <a:buNone/>
            </a:pPr>
            <a:r>
              <a:rPr b="1" lang="en-US" u="sng">
                <a:solidFill>
                  <a:srgbClr val="FF3300"/>
                </a:solidFill>
                <a:latin typeface="Times New Roman"/>
                <a:ea typeface="Times New Roman"/>
                <a:cs typeface="Times New Roman"/>
                <a:sym typeface="Times New Roman"/>
              </a:rPr>
              <a:t>Introduction</a:t>
            </a:r>
            <a:endParaRPr/>
          </a:p>
        </p:txBody>
      </p:sp>
      <p:sp>
        <p:nvSpPr>
          <p:cNvPr id="114" name="Google Shape;114;p14"/>
          <p:cNvSpPr txBox="1"/>
          <p:nvPr>
            <p:ph idx="1" type="body"/>
          </p:nvPr>
        </p:nvSpPr>
        <p:spPr>
          <a:xfrm>
            <a:off x="348680" y="1286272"/>
            <a:ext cx="8338120" cy="4285456"/>
          </a:xfrm>
          <a:prstGeom prst="rect">
            <a:avLst/>
          </a:prstGeom>
          <a:noFill/>
          <a:ln>
            <a:noFill/>
          </a:ln>
        </p:spPr>
        <p:txBody>
          <a:bodyPr anchorCtr="0" anchor="t" bIns="45700" lIns="91425" spcFirstLastPara="1" rIns="91425" wrap="square" tIns="45700">
            <a:noAutofit/>
          </a:bodyPr>
          <a:lstStyle/>
          <a:p>
            <a:pPr indent="-133985" lvl="0" marL="274320" rtl="0" algn="l">
              <a:spcBef>
                <a:spcPts val="0"/>
              </a:spcBef>
              <a:spcAft>
                <a:spcPts val="0"/>
              </a:spcAft>
              <a:buClr>
                <a:schemeClr val="accent1"/>
              </a:buClr>
              <a:buSzPts val="2210"/>
              <a:buFont typeface="Noto Sans Symbols"/>
              <a:buNone/>
            </a:pPr>
            <a:r>
              <a:t/>
            </a:r>
            <a:endParaRPr/>
          </a:p>
          <a:p>
            <a:pPr indent="-274320" lvl="0" marL="274320" rtl="0" algn="l">
              <a:spcBef>
                <a:spcPts val="580"/>
              </a:spcBef>
              <a:spcAft>
                <a:spcPts val="0"/>
              </a:spcAft>
              <a:buClr>
                <a:schemeClr val="accent1"/>
              </a:buClr>
              <a:buSzPts val="2040"/>
              <a:buFont typeface="Noto Sans Symbols"/>
              <a:buChar char="⚫"/>
            </a:pPr>
            <a:r>
              <a:rPr lang="en-US" sz="2400">
                <a:latin typeface="Times New Roman"/>
                <a:ea typeface="Times New Roman"/>
                <a:cs typeface="Times New Roman"/>
                <a:sym typeface="Times New Roman"/>
              </a:rPr>
              <a:t>What is Burp suite?</a:t>
            </a:r>
            <a:endParaRPr/>
          </a:p>
          <a:p>
            <a:pPr indent="-274320" lvl="0" marL="274320" rtl="0" algn="l">
              <a:spcBef>
                <a:spcPts val="580"/>
              </a:spcBef>
              <a:spcAft>
                <a:spcPts val="0"/>
              </a:spcAft>
              <a:buClr>
                <a:schemeClr val="accent1"/>
              </a:buClr>
              <a:buSzPts val="2040"/>
              <a:buFont typeface="Noto Sans Symbols"/>
              <a:buChar char="⚫"/>
            </a:pPr>
            <a:r>
              <a:rPr lang="en-US" sz="2400">
                <a:latin typeface="Times New Roman"/>
                <a:ea typeface="Times New Roman"/>
                <a:cs typeface="Times New Roman"/>
                <a:sym typeface="Times New Roman"/>
              </a:rPr>
              <a:t>Why we need to use Burp Suite?</a:t>
            </a:r>
            <a:endParaRPr/>
          </a:p>
          <a:p>
            <a:pPr indent="0" lvl="0" marL="0" rtl="0" algn="l">
              <a:spcBef>
                <a:spcPts val="580"/>
              </a:spcBef>
              <a:spcAft>
                <a:spcPts val="0"/>
              </a:spcAft>
              <a:buClr>
                <a:schemeClr val="accent1"/>
              </a:buClr>
              <a:buSzPts val="2040"/>
              <a:buNone/>
            </a:pPr>
            <a:r>
              <a:t/>
            </a:r>
            <a:endParaRPr sz="2400"/>
          </a:p>
        </p:txBody>
      </p:sp>
      <p:pic>
        <p:nvPicPr>
          <p:cNvPr id="115" name="Google Shape;115;p14"/>
          <p:cNvPicPr preferRelativeResize="0"/>
          <p:nvPr/>
        </p:nvPicPr>
        <p:blipFill rotWithShape="1">
          <a:blip r:embed="rId3">
            <a:alphaModFix/>
          </a:blip>
          <a:srcRect b="0" l="0" r="0" t="0"/>
          <a:stretch/>
        </p:blipFill>
        <p:spPr>
          <a:xfrm>
            <a:off x="914400" y="2924944"/>
            <a:ext cx="4593704" cy="223224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5"/>
          <p:cNvSpPr txBox="1"/>
          <p:nvPr>
            <p:ph type="title"/>
          </p:nvPr>
        </p:nvSpPr>
        <p:spPr>
          <a:xfrm>
            <a:off x="914400" y="188640"/>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chemeClr val="dk2"/>
              </a:buClr>
              <a:buSzPts val="4000"/>
              <a:buFont typeface="Times New Roman"/>
              <a:buNone/>
            </a:pPr>
            <a:r>
              <a:rPr b="1" lang="en-US" u="sng">
                <a:latin typeface="Times New Roman"/>
                <a:ea typeface="Times New Roman"/>
                <a:cs typeface="Times New Roman"/>
                <a:sym typeface="Times New Roman"/>
              </a:rPr>
              <a:t>Burp Suite?</a:t>
            </a:r>
            <a:endParaRPr/>
          </a:p>
        </p:txBody>
      </p:sp>
      <p:sp>
        <p:nvSpPr>
          <p:cNvPr id="122" name="Google Shape;122;p15"/>
          <p:cNvSpPr txBox="1"/>
          <p:nvPr>
            <p:ph idx="1" type="body"/>
          </p:nvPr>
        </p:nvSpPr>
        <p:spPr>
          <a:xfrm>
            <a:off x="914400" y="1447800"/>
            <a:ext cx="7546032" cy="45720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2210"/>
              <a:buFont typeface="Noto Sans Symbols"/>
              <a:buChar char="⚫"/>
            </a:pPr>
            <a:r>
              <a:rPr lang="en-US">
                <a:latin typeface="Times New Roman"/>
                <a:ea typeface="Times New Roman"/>
                <a:cs typeface="Times New Roman"/>
                <a:sym typeface="Times New Roman"/>
              </a:rPr>
              <a:t>Burp Suite is an integrated platform for performing security testing of web applications. Its various tools work seamlessly together to support the entire testing process, from initial mapping and analysis of an application's attack surface, through to finding and exploiting security vulnerabilities.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6"/>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chemeClr val="dk2"/>
              </a:buClr>
              <a:buSzPts val="4000"/>
              <a:buFont typeface="Times New Roman"/>
              <a:buNone/>
            </a:pPr>
            <a:r>
              <a:rPr b="1" lang="en-US" u="sng">
                <a:latin typeface="Times New Roman"/>
                <a:ea typeface="Times New Roman"/>
                <a:cs typeface="Times New Roman"/>
                <a:sym typeface="Times New Roman"/>
              </a:rPr>
              <a:t>Proxy</a:t>
            </a:r>
            <a:endParaRPr/>
          </a:p>
        </p:txBody>
      </p:sp>
      <p:sp>
        <p:nvSpPr>
          <p:cNvPr id="128" name="Google Shape;128;p16"/>
          <p:cNvSpPr txBox="1"/>
          <p:nvPr>
            <p:ph idx="1" type="body"/>
          </p:nvPr>
        </p:nvSpPr>
        <p:spPr>
          <a:xfrm>
            <a:off x="914400" y="1447800"/>
            <a:ext cx="7772400" cy="4717504"/>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2210"/>
              <a:buChar char="⚫"/>
            </a:pPr>
            <a:r>
              <a:rPr lang="en-US">
                <a:latin typeface="Times New Roman"/>
                <a:ea typeface="Times New Roman"/>
                <a:cs typeface="Times New Roman"/>
                <a:sym typeface="Times New Roman"/>
              </a:rPr>
              <a:t>Proxy is the most useful feature of the Burp suite and must be understood before proceeding to any other feature . Burp Suite comes with an inbuilt proxy, which is configured and run on port 8080 by default(however we can always change the port number as per the requirements of the penetration test). </a:t>
            </a:r>
            <a:endParaRPr/>
          </a:p>
          <a:p>
            <a:pPr indent="-274320" lvl="0" marL="274320" rtl="0" algn="l">
              <a:spcBef>
                <a:spcPts val="580"/>
              </a:spcBef>
              <a:spcAft>
                <a:spcPts val="0"/>
              </a:spcAft>
              <a:buSzPts val="2210"/>
              <a:buChar char="⚫"/>
            </a:pPr>
            <a:r>
              <a:rPr lang="en-US">
                <a:latin typeface="Times New Roman"/>
                <a:ea typeface="Times New Roman"/>
                <a:cs typeface="Times New Roman"/>
                <a:sym typeface="Times New Roman"/>
              </a:rPr>
              <a:t>Check that the proxy is running by clicking on – Proxy &gt; Options</a:t>
            </a:r>
            <a:endParaRPr/>
          </a:p>
          <a:p>
            <a:pPr indent="-274320" lvl="0" marL="274320" rtl="0" algn="l">
              <a:spcBef>
                <a:spcPts val="580"/>
              </a:spcBef>
              <a:spcAft>
                <a:spcPts val="0"/>
              </a:spcAft>
              <a:buSzPts val="2210"/>
              <a:buChar char="⚫"/>
            </a:pPr>
            <a:r>
              <a:rPr lang="en-US">
                <a:latin typeface="Times New Roman"/>
                <a:ea typeface="Times New Roman"/>
                <a:cs typeface="Times New Roman"/>
                <a:sym typeface="Times New Roman"/>
              </a:rPr>
              <a:t>There should be a check box under the “Running” column to indicate that the proxy is running</a:t>
            </a:r>
            <a:endParaRPr>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7"/>
          <p:cNvSpPr txBox="1"/>
          <p:nvPr>
            <p:ph type="title"/>
          </p:nvPr>
        </p:nvSpPr>
        <p:spPr>
          <a:xfrm>
            <a:off x="914400" y="274638"/>
            <a:ext cx="7772400" cy="994122"/>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chemeClr val="dk2"/>
              </a:buClr>
              <a:buSzPts val="4000"/>
              <a:buFont typeface="Times New Roman"/>
              <a:buNone/>
            </a:pPr>
            <a:r>
              <a:rPr b="1" lang="en-US" u="sng">
                <a:latin typeface="Times New Roman"/>
                <a:ea typeface="Times New Roman"/>
                <a:cs typeface="Times New Roman"/>
                <a:sym typeface="Times New Roman"/>
              </a:rPr>
              <a:t>Spider</a:t>
            </a:r>
            <a:endParaRPr/>
          </a:p>
        </p:txBody>
      </p:sp>
      <p:sp>
        <p:nvSpPr>
          <p:cNvPr id="134" name="Google Shape;134;p17"/>
          <p:cNvSpPr txBox="1"/>
          <p:nvPr>
            <p:ph idx="1" type="body"/>
          </p:nvPr>
        </p:nvSpPr>
        <p:spPr>
          <a:xfrm>
            <a:off x="886604" y="1114832"/>
            <a:ext cx="7772400" cy="45720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2210"/>
              <a:buChar char="⚫"/>
            </a:pPr>
            <a:r>
              <a:rPr lang="en-US">
                <a:latin typeface="Times New Roman"/>
                <a:ea typeface="Times New Roman"/>
                <a:cs typeface="Times New Roman"/>
                <a:sym typeface="Times New Roman"/>
              </a:rPr>
              <a:t>The spider feature of Burp Suite is used to crawl web applications and look for new links, content, etc. It automatically submits login forms (through user defined input) in case it finds any, and looks for new content from the responses. </a:t>
            </a:r>
            <a:endParaRPr>
              <a:latin typeface="Times New Roman"/>
              <a:ea typeface="Times New Roman"/>
              <a:cs typeface="Times New Roman"/>
              <a:sym typeface="Times New Roman"/>
            </a:endParaRPr>
          </a:p>
        </p:txBody>
      </p:sp>
      <p:pic>
        <p:nvPicPr>
          <p:cNvPr id="135" name="Google Shape;135;p17"/>
          <p:cNvPicPr preferRelativeResize="0"/>
          <p:nvPr/>
        </p:nvPicPr>
        <p:blipFill rotWithShape="1">
          <a:blip r:embed="rId3">
            <a:alphaModFix/>
          </a:blip>
          <a:srcRect b="0" l="0" r="0" t="0"/>
          <a:stretch/>
        </p:blipFill>
        <p:spPr>
          <a:xfrm>
            <a:off x="1331640" y="3212976"/>
            <a:ext cx="6358679" cy="342589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8"/>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chemeClr val="dk2"/>
              </a:buClr>
              <a:buSzPts val="4000"/>
              <a:buFont typeface="Times New Roman"/>
              <a:buNone/>
            </a:pPr>
            <a:r>
              <a:rPr b="1" lang="en-US" u="sng">
                <a:latin typeface="Times New Roman"/>
                <a:ea typeface="Times New Roman"/>
                <a:cs typeface="Times New Roman"/>
                <a:sym typeface="Times New Roman"/>
              </a:rPr>
              <a:t>Scanner</a:t>
            </a:r>
            <a:endParaRPr/>
          </a:p>
        </p:txBody>
      </p:sp>
      <p:sp>
        <p:nvSpPr>
          <p:cNvPr id="141" name="Google Shape;141;p18"/>
          <p:cNvSpPr txBox="1"/>
          <p:nvPr>
            <p:ph idx="2" type="body"/>
          </p:nvPr>
        </p:nvSpPr>
        <p:spPr>
          <a:xfrm>
            <a:off x="914400" y="1447800"/>
            <a:ext cx="7768590" cy="45720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2040"/>
              <a:buChar char="⚫"/>
            </a:pPr>
            <a:r>
              <a:rPr lang="en-US" sz="2400">
                <a:latin typeface="Times New Roman"/>
                <a:ea typeface="Times New Roman"/>
                <a:cs typeface="Times New Roman"/>
                <a:sym typeface="Times New Roman"/>
              </a:rPr>
              <a:t>It is used to scan web applications for vulnerabilities. The type of scanning can be passive, active or user-directed. Some false positives might occur during the tests</a:t>
            </a:r>
            <a:endParaRPr sz="240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9"/>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chemeClr val="dk2"/>
              </a:buClr>
              <a:buSzPts val="4000"/>
              <a:buFont typeface="Times New Roman"/>
              <a:buNone/>
            </a:pPr>
            <a:r>
              <a:rPr b="1" lang="en-US" u="sng">
                <a:latin typeface="Times New Roman"/>
                <a:ea typeface="Times New Roman"/>
                <a:cs typeface="Times New Roman"/>
                <a:sym typeface="Times New Roman"/>
              </a:rPr>
              <a:t>Intruder</a:t>
            </a:r>
            <a:endParaRPr/>
          </a:p>
        </p:txBody>
      </p:sp>
      <p:sp>
        <p:nvSpPr>
          <p:cNvPr id="147" name="Google Shape;147;p19"/>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2210"/>
              <a:buChar char="⚫"/>
            </a:pPr>
            <a:r>
              <a:rPr lang="en-US">
                <a:latin typeface="Times New Roman"/>
                <a:ea typeface="Times New Roman"/>
                <a:cs typeface="Times New Roman"/>
                <a:sym typeface="Times New Roman"/>
              </a:rPr>
              <a:t>This feature can be used for various purposes like exploiting vulnerabilities, fuzzing web applications, carrying out brute force attacks etc. Burp Intruder can be used for exploiting vulnerabilities, fuzzing, carrying out brute force attacks and many other purposes.</a:t>
            </a:r>
            <a:endParaRPr/>
          </a:p>
          <a:p>
            <a:pPr indent="0" lvl="0" marL="0" rtl="0" algn="l">
              <a:spcBef>
                <a:spcPts val="580"/>
              </a:spcBef>
              <a:spcAft>
                <a:spcPts val="0"/>
              </a:spcAft>
              <a:buSzPts val="2210"/>
              <a:buNone/>
            </a:pPr>
            <a:r>
              <a:t/>
            </a:r>
            <a:endParaRPr>
              <a:latin typeface="Times New Roman"/>
              <a:ea typeface="Times New Roman"/>
              <a:cs typeface="Times New Roman"/>
              <a:sym typeface="Times New Roman"/>
            </a:endParaRPr>
          </a:p>
        </p:txBody>
      </p:sp>
      <p:pic>
        <p:nvPicPr>
          <p:cNvPr id="148" name="Google Shape;148;p19"/>
          <p:cNvPicPr preferRelativeResize="0"/>
          <p:nvPr/>
        </p:nvPicPr>
        <p:blipFill rotWithShape="1">
          <a:blip r:embed="rId3">
            <a:alphaModFix/>
          </a:blip>
          <a:srcRect b="0" l="0" r="0" t="0"/>
          <a:stretch/>
        </p:blipFill>
        <p:spPr>
          <a:xfrm>
            <a:off x="1043608" y="3573016"/>
            <a:ext cx="7884368" cy="2519487"/>
          </a:xfrm>
          <a:prstGeom prst="rect">
            <a:avLst/>
          </a:prstGeom>
          <a:noFill/>
          <a:ln>
            <a:noFill/>
          </a:ln>
        </p:spPr>
      </p:pic>
      <p:sp>
        <p:nvSpPr>
          <p:cNvPr id="149" name="Google Shape;149;p19"/>
          <p:cNvSpPr txBox="1"/>
          <p:nvPr/>
        </p:nvSpPr>
        <p:spPr>
          <a:xfrm>
            <a:off x="9252520" y="908720"/>
            <a:ext cx="2736304" cy="378565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600"/>
              <a:buFont typeface="Times New Roman"/>
              <a:buNone/>
            </a:pPr>
            <a:r>
              <a:rPr b="1" i="0" lang="en-US" sz="1600" u="none" cap="none" strike="noStrike">
                <a:solidFill>
                  <a:schemeClr val="lt1"/>
                </a:solidFill>
                <a:latin typeface="Times New Roman"/>
                <a:ea typeface="Times New Roman"/>
                <a:cs typeface="Times New Roman"/>
                <a:sym typeface="Times New Roman"/>
              </a:rPr>
              <a:t>Common Password Attack:-</a:t>
            </a:r>
            <a:endParaRPr/>
          </a:p>
          <a:p>
            <a:pPr indent="0" lvl="0" marL="0" marR="0" rtl="0" algn="ctr">
              <a:lnSpc>
                <a:spcPct val="100000"/>
              </a:lnSpc>
              <a:spcBef>
                <a:spcPts val="0"/>
              </a:spcBef>
              <a:spcAft>
                <a:spcPts val="0"/>
              </a:spcAft>
              <a:buClr>
                <a:schemeClr val="lt1"/>
              </a:buClr>
              <a:buSzPts val="1600"/>
              <a:buFont typeface="Times New Roman"/>
              <a:buNone/>
            </a:pPr>
            <a:r>
              <a:rPr b="0" i="0" lang="en-US" sz="1600" u="none">
                <a:solidFill>
                  <a:schemeClr val="lt1"/>
                </a:solidFill>
                <a:latin typeface="Times New Roman"/>
                <a:ea typeface="Times New Roman"/>
                <a:cs typeface="Times New Roman"/>
                <a:sym typeface="Times New Roman"/>
              </a:rPr>
              <a:t>1.Dictionary Attack</a:t>
            </a:r>
            <a:endParaRPr/>
          </a:p>
          <a:p>
            <a:pPr indent="0" lvl="0" marL="0" marR="0" rtl="0" algn="ctr">
              <a:lnSpc>
                <a:spcPct val="100000"/>
              </a:lnSpc>
              <a:spcBef>
                <a:spcPts val="0"/>
              </a:spcBef>
              <a:spcAft>
                <a:spcPts val="0"/>
              </a:spcAft>
              <a:buClr>
                <a:schemeClr val="lt1"/>
              </a:buClr>
              <a:buSzPts val="1600"/>
              <a:buFont typeface="Times New Roman"/>
              <a:buNone/>
            </a:pPr>
            <a:r>
              <a:rPr b="0" i="0" lang="en-US" sz="1600" u="none">
                <a:solidFill>
                  <a:schemeClr val="lt1"/>
                </a:solidFill>
                <a:latin typeface="Times New Roman"/>
                <a:ea typeface="Times New Roman"/>
                <a:cs typeface="Times New Roman"/>
                <a:sym typeface="Times New Roman"/>
              </a:rPr>
              <a:t>2. Brute Force Attack</a:t>
            </a:r>
            <a:endParaRPr/>
          </a:p>
          <a:p>
            <a:pPr indent="0" lvl="0" marL="0" marR="0" rtl="0" algn="ctr">
              <a:lnSpc>
                <a:spcPct val="100000"/>
              </a:lnSpc>
              <a:spcBef>
                <a:spcPts val="0"/>
              </a:spcBef>
              <a:spcAft>
                <a:spcPts val="0"/>
              </a:spcAft>
              <a:buClr>
                <a:schemeClr val="lt1"/>
              </a:buClr>
              <a:buSzPts val="1600"/>
              <a:buFont typeface="Times New Roman"/>
              <a:buNone/>
            </a:pPr>
            <a:r>
              <a:rPr b="0" i="0" lang="en-US" sz="1600" u="none">
                <a:solidFill>
                  <a:schemeClr val="lt1"/>
                </a:solidFill>
                <a:latin typeface="Times New Roman"/>
                <a:ea typeface="Times New Roman"/>
                <a:cs typeface="Times New Roman"/>
                <a:sym typeface="Times New Roman"/>
              </a:rPr>
              <a:t>3.Phishing</a:t>
            </a:r>
            <a:endParaRPr/>
          </a:p>
          <a:p>
            <a:pPr indent="0" lvl="0" marL="0" marR="0" rtl="0" algn="ctr">
              <a:lnSpc>
                <a:spcPct val="100000"/>
              </a:lnSpc>
              <a:spcBef>
                <a:spcPts val="0"/>
              </a:spcBef>
              <a:spcAft>
                <a:spcPts val="0"/>
              </a:spcAft>
              <a:buClr>
                <a:schemeClr val="lt1"/>
              </a:buClr>
              <a:buSzPts val="1600"/>
              <a:buFont typeface="Times New Roman"/>
              <a:buNone/>
            </a:pPr>
            <a:r>
              <a:rPr b="0" i="0" lang="en-US" sz="1600" u="none">
                <a:solidFill>
                  <a:schemeClr val="lt1"/>
                </a:solidFill>
                <a:latin typeface="Times New Roman"/>
                <a:ea typeface="Times New Roman"/>
                <a:cs typeface="Times New Roman"/>
                <a:sym typeface="Times New Roman"/>
              </a:rPr>
              <a:t>-Spoofing</a:t>
            </a:r>
            <a:endParaRPr/>
          </a:p>
          <a:p>
            <a:pPr indent="0" lvl="0" marL="0" marR="0" rtl="0" algn="ctr">
              <a:lnSpc>
                <a:spcPct val="100000"/>
              </a:lnSpc>
              <a:spcBef>
                <a:spcPts val="0"/>
              </a:spcBef>
              <a:spcAft>
                <a:spcPts val="0"/>
              </a:spcAft>
              <a:buClr>
                <a:schemeClr val="lt1"/>
              </a:buClr>
              <a:buSzPts val="1600"/>
              <a:buFont typeface="Times New Roman"/>
              <a:buNone/>
            </a:pPr>
            <a:r>
              <a:rPr b="0" i="0" lang="en-US" sz="1600" u="none">
                <a:solidFill>
                  <a:schemeClr val="lt1"/>
                </a:solidFill>
                <a:latin typeface="Times New Roman"/>
                <a:ea typeface="Times New Roman"/>
                <a:cs typeface="Times New Roman"/>
                <a:sym typeface="Times New Roman"/>
              </a:rPr>
              <a:t>4. Rainbow Table Attack:-</a:t>
            </a:r>
            <a:endParaRPr/>
          </a:p>
          <a:p>
            <a:pPr indent="0" lvl="0" marL="0" marR="0" rtl="0" algn="ctr">
              <a:lnSpc>
                <a:spcPct val="100000"/>
              </a:lnSpc>
              <a:spcBef>
                <a:spcPts val="0"/>
              </a:spcBef>
              <a:spcAft>
                <a:spcPts val="0"/>
              </a:spcAft>
              <a:buClr>
                <a:schemeClr val="lt1"/>
              </a:buClr>
              <a:buSzPts val="1600"/>
              <a:buFont typeface="Times New Roman"/>
              <a:buNone/>
            </a:pPr>
            <a:r>
              <a:rPr b="0" i="0" lang="en-US" sz="1600" u="none">
                <a:solidFill>
                  <a:schemeClr val="lt1"/>
                </a:solidFill>
                <a:latin typeface="Times New Roman"/>
                <a:ea typeface="Times New Roman"/>
                <a:cs typeface="Times New Roman"/>
                <a:sym typeface="Times New Roman"/>
              </a:rPr>
              <a:t>-&gt;Encoding </a:t>
            </a:r>
            <a:endParaRPr/>
          </a:p>
          <a:p>
            <a:pPr indent="0" lvl="0" marL="0" marR="0" rtl="0" algn="ctr">
              <a:lnSpc>
                <a:spcPct val="100000"/>
              </a:lnSpc>
              <a:spcBef>
                <a:spcPts val="0"/>
              </a:spcBef>
              <a:spcAft>
                <a:spcPts val="0"/>
              </a:spcAft>
              <a:buClr>
                <a:schemeClr val="lt1"/>
              </a:buClr>
              <a:buSzPts val="1600"/>
              <a:buFont typeface="Times New Roman"/>
              <a:buNone/>
            </a:pPr>
            <a:r>
              <a:rPr b="0" i="0" lang="en-US" sz="1600" u="none">
                <a:solidFill>
                  <a:schemeClr val="lt1"/>
                </a:solidFill>
                <a:latin typeface="Times New Roman"/>
                <a:ea typeface="Times New Roman"/>
                <a:cs typeface="Times New Roman"/>
                <a:sym typeface="Times New Roman"/>
              </a:rPr>
              <a:t>-&gt;Encryption</a:t>
            </a:r>
            <a:endParaRPr/>
          </a:p>
          <a:p>
            <a:pPr indent="0" lvl="0" marL="0" marR="0" rtl="0" algn="ctr">
              <a:lnSpc>
                <a:spcPct val="100000"/>
              </a:lnSpc>
              <a:spcBef>
                <a:spcPts val="0"/>
              </a:spcBef>
              <a:spcAft>
                <a:spcPts val="0"/>
              </a:spcAft>
              <a:buClr>
                <a:schemeClr val="lt1"/>
              </a:buClr>
              <a:buSzPts val="1600"/>
              <a:buFont typeface="Times New Roman"/>
              <a:buNone/>
            </a:pPr>
            <a:r>
              <a:rPr b="0" i="0" lang="en-US" sz="1600" u="none">
                <a:solidFill>
                  <a:schemeClr val="lt1"/>
                </a:solidFill>
                <a:latin typeface="Times New Roman"/>
                <a:ea typeface="Times New Roman"/>
                <a:cs typeface="Times New Roman"/>
                <a:sym typeface="Times New Roman"/>
              </a:rPr>
              <a:t>-&gt;Hashing</a:t>
            </a:r>
            <a:endParaRPr/>
          </a:p>
          <a:p>
            <a:pPr indent="0" lvl="0" marL="0" marR="0" rtl="0" algn="ctr">
              <a:lnSpc>
                <a:spcPct val="100000"/>
              </a:lnSpc>
              <a:spcBef>
                <a:spcPts val="0"/>
              </a:spcBef>
              <a:spcAft>
                <a:spcPts val="0"/>
              </a:spcAft>
              <a:buClr>
                <a:schemeClr val="lt1"/>
              </a:buClr>
              <a:buSzPts val="1600"/>
              <a:buFont typeface="Times New Roman"/>
              <a:buNone/>
            </a:pPr>
            <a:r>
              <a:rPr b="0" i="0" lang="en-US" sz="1600" u="none">
                <a:solidFill>
                  <a:schemeClr val="lt1"/>
                </a:solidFill>
                <a:latin typeface="Times New Roman"/>
                <a:ea typeface="Times New Roman"/>
                <a:cs typeface="Times New Roman"/>
                <a:sym typeface="Times New Roman"/>
              </a:rPr>
              <a:t>5. Credential Stuffing</a:t>
            </a:r>
            <a:endParaRPr/>
          </a:p>
          <a:p>
            <a:pPr indent="0" lvl="0" marL="0" marR="0" rtl="0" algn="ctr">
              <a:lnSpc>
                <a:spcPct val="100000"/>
              </a:lnSpc>
              <a:spcBef>
                <a:spcPts val="0"/>
              </a:spcBef>
              <a:spcAft>
                <a:spcPts val="0"/>
              </a:spcAft>
              <a:buClr>
                <a:schemeClr val="lt1"/>
              </a:buClr>
              <a:buSzPts val="1600"/>
              <a:buFont typeface="Times New Roman"/>
              <a:buNone/>
            </a:pPr>
            <a:r>
              <a:rPr b="0" i="0" lang="en-US" sz="1600" u="none">
                <a:solidFill>
                  <a:schemeClr val="lt1"/>
                </a:solidFill>
                <a:latin typeface="Times New Roman"/>
                <a:ea typeface="Times New Roman"/>
                <a:cs typeface="Times New Roman"/>
                <a:sym typeface="Times New Roman"/>
              </a:rPr>
              <a:t>6. Password Spraying</a:t>
            </a:r>
            <a:endParaRPr/>
          </a:p>
          <a:p>
            <a:pPr indent="0" lvl="0" marL="0" marR="0" rtl="0" algn="ctr">
              <a:lnSpc>
                <a:spcPct val="100000"/>
              </a:lnSpc>
              <a:spcBef>
                <a:spcPts val="0"/>
              </a:spcBef>
              <a:spcAft>
                <a:spcPts val="0"/>
              </a:spcAft>
              <a:buClr>
                <a:schemeClr val="lt1"/>
              </a:buClr>
              <a:buSzPts val="1600"/>
              <a:buFont typeface="Times New Roman"/>
              <a:buNone/>
            </a:pPr>
            <a:r>
              <a:rPr b="0" i="0" lang="en-US" sz="1600" u="none">
                <a:solidFill>
                  <a:schemeClr val="lt1"/>
                </a:solidFill>
                <a:latin typeface="Times New Roman"/>
                <a:ea typeface="Times New Roman"/>
                <a:cs typeface="Times New Roman"/>
                <a:sym typeface="Times New Roman"/>
              </a:rPr>
              <a:t>7. Keylogger Attack</a:t>
            </a:r>
            <a:endParaRPr/>
          </a:p>
          <a:p>
            <a:pPr indent="0" lvl="0" marL="0" marR="0" rtl="0" algn="ctr">
              <a:lnSpc>
                <a:spcPct val="100000"/>
              </a:lnSpc>
              <a:spcBef>
                <a:spcPts val="0"/>
              </a:spcBef>
              <a:spcAft>
                <a:spcPts val="0"/>
              </a:spcAft>
              <a:buClr>
                <a:schemeClr val="dk1"/>
              </a:buClr>
              <a:buSzPts val="1600"/>
              <a:buFont typeface="Times New Roman"/>
              <a:buNone/>
            </a:pPr>
            <a:r>
              <a:t/>
            </a:r>
            <a:endParaRPr b="0" i="0" sz="1600" u="none">
              <a:solidFill>
                <a:schemeClr val="lt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lt1"/>
              </a:buClr>
              <a:buSzPts val="1600"/>
              <a:buFont typeface="Times New Roman"/>
              <a:buNone/>
            </a:pPr>
            <a:r>
              <a:rPr b="0" i="0" lang="en-US" sz="1600" u="none">
                <a:solidFill>
                  <a:schemeClr val="lt1"/>
                </a:solidFill>
                <a:latin typeface="Times New Roman"/>
                <a:ea typeface="Times New Roman"/>
                <a:cs typeface="Times New Roman"/>
                <a:sym typeface="Times New Roman"/>
              </a:rPr>
              <a:t>Prevention:-</a:t>
            </a:r>
            <a:endParaRPr/>
          </a:p>
          <a:p>
            <a:pPr indent="0" lvl="0" marL="0" marR="0" rtl="0" algn="ctr">
              <a:lnSpc>
                <a:spcPct val="100000"/>
              </a:lnSpc>
              <a:spcBef>
                <a:spcPts val="0"/>
              </a:spcBef>
              <a:spcAft>
                <a:spcPts val="0"/>
              </a:spcAft>
              <a:buClr>
                <a:schemeClr val="lt1"/>
              </a:buClr>
              <a:buSzPts val="1600"/>
              <a:buFont typeface="Times New Roman"/>
              <a:buNone/>
            </a:pPr>
            <a:r>
              <a:rPr b="0" i="0" lang="en-US" sz="1600" u="none">
                <a:solidFill>
                  <a:schemeClr val="lt1"/>
                </a:solidFill>
                <a:latin typeface="Times New Roman"/>
                <a:ea typeface="Times New Roman"/>
                <a:cs typeface="Times New Roman"/>
                <a:sym typeface="Times New Roman"/>
              </a:rPr>
              <a:t>MFA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p20"/>
          <p:cNvPicPr preferRelativeResize="0"/>
          <p:nvPr/>
        </p:nvPicPr>
        <p:blipFill rotWithShape="1">
          <a:blip r:embed="rId3">
            <a:alphaModFix/>
          </a:blip>
          <a:srcRect b="0" l="0" r="0" t="0"/>
          <a:stretch/>
        </p:blipFill>
        <p:spPr>
          <a:xfrm>
            <a:off x="-14604" y="476672"/>
            <a:ext cx="9144000" cy="50629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p21"/>
          <p:cNvPicPr preferRelativeResize="0"/>
          <p:nvPr/>
        </p:nvPicPr>
        <p:blipFill rotWithShape="1">
          <a:blip r:embed="rId3">
            <a:alphaModFix/>
          </a:blip>
          <a:srcRect b="0" l="0" r="0" t="0"/>
          <a:stretch/>
        </p:blipFill>
        <p:spPr>
          <a:xfrm>
            <a:off x="1662112" y="1276350"/>
            <a:ext cx="5819775" cy="4305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2"/>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chemeClr val="dk2"/>
              </a:buClr>
              <a:buSzPts val="4000"/>
              <a:buFont typeface="Libre Franklin"/>
              <a:buNone/>
            </a:pPr>
            <a:r>
              <a:rPr lang="en-US"/>
              <a:t>Conti….Payload Positions</a:t>
            </a:r>
            <a:endParaRPr/>
          </a:p>
        </p:txBody>
      </p:sp>
      <p:sp>
        <p:nvSpPr>
          <p:cNvPr id="165" name="Google Shape;165;p22"/>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2210"/>
              <a:buChar char="⚫"/>
            </a:pPr>
            <a:r>
              <a:rPr b="1" lang="en-US"/>
              <a:t>Sniper:-</a:t>
            </a:r>
            <a:r>
              <a:rPr lang="en-US"/>
              <a:t>The sniper attack uses only one payload set, and it replaces only one position at a time.</a:t>
            </a:r>
            <a:endParaRPr/>
          </a:p>
          <a:p>
            <a:pPr indent="0" lvl="0" marL="0" rtl="0" algn="l">
              <a:spcBef>
                <a:spcPts val="580"/>
              </a:spcBef>
              <a:spcAft>
                <a:spcPts val="0"/>
              </a:spcAft>
              <a:buSzPts val="2210"/>
              <a:buNone/>
            </a:pPr>
            <a:r>
              <a:rPr lang="en-US"/>
              <a:t>	</a:t>
            </a:r>
            <a:endParaRPr/>
          </a:p>
        </p:txBody>
      </p:sp>
      <p:pic>
        <p:nvPicPr>
          <p:cNvPr id="166" name="Google Shape;166;p22"/>
          <p:cNvPicPr preferRelativeResize="0"/>
          <p:nvPr/>
        </p:nvPicPr>
        <p:blipFill rotWithShape="1">
          <a:blip r:embed="rId3">
            <a:alphaModFix/>
          </a:blip>
          <a:srcRect b="0" l="0" r="0" t="0"/>
          <a:stretch/>
        </p:blipFill>
        <p:spPr>
          <a:xfrm>
            <a:off x="1331640" y="2492896"/>
            <a:ext cx="5857875" cy="33432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3"/>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chemeClr val="dk2"/>
              </a:buClr>
              <a:buSzPts val="4000"/>
              <a:buFont typeface="Libre Franklin"/>
              <a:buNone/>
            </a:pPr>
            <a:r>
              <a:rPr lang="en-US"/>
              <a:t>Conti….Payload Positions</a:t>
            </a:r>
            <a:endParaRPr/>
          </a:p>
        </p:txBody>
      </p:sp>
      <p:sp>
        <p:nvSpPr>
          <p:cNvPr id="172" name="Google Shape;172;p23"/>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2210"/>
              <a:buChar char="⚫"/>
            </a:pPr>
            <a:r>
              <a:rPr b="1" lang="en-US"/>
              <a:t>Battering ram:-</a:t>
            </a:r>
            <a:r>
              <a:rPr lang="en-US"/>
              <a:t>The battering ram attack type places the same payload value in all positions. It uses only one payload set.</a:t>
            </a:r>
            <a:endParaRPr/>
          </a:p>
          <a:p>
            <a:pPr indent="0" lvl="0" marL="0" rtl="0" algn="l">
              <a:spcBef>
                <a:spcPts val="580"/>
              </a:spcBef>
              <a:spcAft>
                <a:spcPts val="0"/>
              </a:spcAft>
              <a:buSzPts val="2210"/>
              <a:buNone/>
            </a:pPr>
            <a:r>
              <a:rPr lang="en-US"/>
              <a:t>	</a:t>
            </a:r>
            <a:endParaRPr/>
          </a:p>
        </p:txBody>
      </p:sp>
      <p:pic>
        <p:nvPicPr>
          <p:cNvPr id="173" name="Google Shape;173;p23"/>
          <p:cNvPicPr preferRelativeResize="0"/>
          <p:nvPr/>
        </p:nvPicPr>
        <p:blipFill rotWithShape="1">
          <a:blip r:embed="rId3">
            <a:alphaModFix/>
          </a:blip>
          <a:srcRect b="0" l="0" r="0" t="0"/>
          <a:stretch/>
        </p:blipFill>
        <p:spPr>
          <a:xfrm>
            <a:off x="1547664" y="3068960"/>
            <a:ext cx="5695950" cy="2466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4"/>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chemeClr val="dk2"/>
              </a:buClr>
              <a:buSzPts val="4000"/>
              <a:buFont typeface="Libre Franklin"/>
              <a:buNone/>
            </a:pPr>
            <a:r>
              <a:rPr lang="en-US"/>
              <a:t>Conti….Payload Positions</a:t>
            </a:r>
            <a:endParaRPr/>
          </a:p>
        </p:txBody>
      </p:sp>
      <p:sp>
        <p:nvSpPr>
          <p:cNvPr id="179" name="Google Shape;179;p24"/>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2210"/>
              <a:buChar char="⚫"/>
            </a:pPr>
            <a:r>
              <a:rPr b="1" lang="en-US"/>
              <a:t>Pitchfork:-</a:t>
            </a:r>
            <a:r>
              <a:rPr lang="en-US"/>
              <a:t>The pitchfork attack type uses one payload set for each position. It places the first payload in the first position, the second payload in the second position, and so on	</a:t>
            </a:r>
            <a:endParaRPr/>
          </a:p>
        </p:txBody>
      </p:sp>
      <p:pic>
        <p:nvPicPr>
          <p:cNvPr id="180" name="Google Shape;180;p24"/>
          <p:cNvPicPr preferRelativeResize="0"/>
          <p:nvPr/>
        </p:nvPicPr>
        <p:blipFill rotWithShape="1">
          <a:blip r:embed="rId3">
            <a:alphaModFix/>
          </a:blip>
          <a:srcRect b="0" l="0" r="0" t="0"/>
          <a:stretch/>
        </p:blipFill>
        <p:spPr>
          <a:xfrm>
            <a:off x="1043608" y="2705908"/>
            <a:ext cx="6624736" cy="39052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5"/>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chemeClr val="dk2"/>
              </a:buClr>
              <a:buSzPts val="4000"/>
              <a:buFont typeface="Libre Franklin"/>
              <a:buNone/>
            </a:pPr>
            <a:r>
              <a:rPr lang="en-US"/>
              <a:t>Conti….Payload Positions</a:t>
            </a:r>
            <a:endParaRPr/>
          </a:p>
        </p:txBody>
      </p:sp>
      <p:sp>
        <p:nvSpPr>
          <p:cNvPr id="186" name="Google Shape;186;p25"/>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2210"/>
              <a:buChar char="⚫"/>
            </a:pPr>
            <a:r>
              <a:rPr b="1" lang="en-US"/>
              <a:t>Clusterbomb:-</a:t>
            </a:r>
            <a:r>
              <a:rPr lang="en-US"/>
              <a:t>The cluster bomb attack tries all different combinations of payloads. It still puts the first payload in the first position, and the second payload in the second position. But when it loops through the payload sets, it tries all combinations.</a:t>
            </a:r>
            <a:endParaRPr/>
          </a:p>
          <a:p>
            <a:pPr indent="-133985" lvl="0" marL="274320" rtl="0" algn="l">
              <a:spcBef>
                <a:spcPts val="580"/>
              </a:spcBef>
              <a:spcAft>
                <a:spcPts val="0"/>
              </a:spcAft>
              <a:buSzPts val="2210"/>
              <a:buNone/>
            </a:pPr>
            <a:r>
              <a:t/>
            </a:r>
            <a:endParaRPr/>
          </a:p>
        </p:txBody>
      </p:sp>
      <p:pic>
        <p:nvPicPr>
          <p:cNvPr id="187" name="Google Shape;187;p25"/>
          <p:cNvPicPr preferRelativeResize="0"/>
          <p:nvPr/>
        </p:nvPicPr>
        <p:blipFill rotWithShape="1">
          <a:blip r:embed="rId3">
            <a:alphaModFix/>
          </a:blip>
          <a:srcRect b="0" l="0" r="0" t="0"/>
          <a:stretch/>
        </p:blipFill>
        <p:spPr>
          <a:xfrm>
            <a:off x="2771800" y="3441928"/>
            <a:ext cx="5762625" cy="339929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6"/>
          <p:cNvSpPr txBox="1"/>
          <p:nvPr>
            <p:ph idx="2" type="body"/>
          </p:nvPr>
        </p:nvSpPr>
        <p:spPr>
          <a:xfrm>
            <a:off x="910590" y="1447800"/>
            <a:ext cx="7772400" cy="45720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2210"/>
              <a:buChar char="⚫"/>
            </a:pPr>
            <a:r>
              <a:rPr lang="en-US">
                <a:latin typeface="Times New Roman"/>
                <a:ea typeface="Times New Roman"/>
                <a:cs typeface="Times New Roman"/>
                <a:sym typeface="Times New Roman"/>
              </a:rPr>
              <a:t>This feature is used to modify and send the same request a number of times and analyze the responses in all those different cases.</a:t>
            </a:r>
            <a:endParaRPr/>
          </a:p>
          <a:p>
            <a:pPr indent="0" lvl="0" marL="0" rtl="0" algn="l">
              <a:spcBef>
                <a:spcPts val="580"/>
              </a:spcBef>
              <a:spcAft>
                <a:spcPts val="0"/>
              </a:spcAft>
              <a:buSzPts val="2210"/>
              <a:buNone/>
            </a:pPr>
            <a:r>
              <a:t/>
            </a:r>
            <a:endParaRPr>
              <a:latin typeface="Times New Roman"/>
              <a:ea typeface="Times New Roman"/>
              <a:cs typeface="Times New Roman"/>
              <a:sym typeface="Times New Roman"/>
            </a:endParaRPr>
          </a:p>
        </p:txBody>
      </p:sp>
      <p:sp>
        <p:nvSpPr>
          <p:cNvPr id="193" name="Google Shape;193;p26"/>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chemeClr val="dk2"/>
              </a:buClr>
              <a:buSzPts val="4000"/>
              <a:buFont typeface="Times New Roman"/>
              <a:buNone/>
            </a:pPr>
            <a:r>
              <a:rPr b="1" lang="en-US" u="sng">
                <a:latin typeface="Times New Roman"/>
                <a:ea typeface="Times New Roman"/>
                <a:cs typeface="Times New Roman"/>
                <a:sym typeface="Times New Roman"/>
              </a:rPr>
              <a:t>Repeater</a:t>
            </a:r>
            <a:endParaRPr/>
          </a:p>
        </p:txBody>
      </p:sp>
      <p:pic>
        <p:nvPicPr>
          <p:cNvPr id="194" name="Google Shape;194;p26"/>
          <p:cNvPicPr preferRelativeResize="0"/>
          <p:nvPr/>
        </p:nvPicPr>
        <p:blipFill rotWithShape="1">
          <a:blip r:embed="rId3">
            <a:alphaModFix/>
          </a:blip>
          <a:srcRect b="0" l="0" r="0" t="0"/>
          <a:stretch/>
        </p:blipFill>
        <p:spPr>
          <a:xfrm>
            <a:off x="602578" y="3137549"/>
            <a:ext cx="8388424" cy="291241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7"/>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chemeClr val="dk2"/>
              </a:buClr>
              <a:buSzPts val="4000"/>
              <a:buFont typeface="Times New Roman"/>
              <a:buNone/>
            </a:pPr>
            <a:r>
              <a:rPr b="1" lang="en-US" u="sng">
                <a:latin typeface="Times New Roman"/>
                <a:ea typeface="Times New Roman"/>
                <a:cs typeface="Times New Roman"/>
                <a:sym typeface="Times New Roman"/>
              </a:rPr>
              <a:t>Sequencer</a:t>
            </a:r>
            <a:endParaRPr/>
          </a:p>
        </p:txBody>
      </p:sp>
      <p:sp>
        <p:nvSpPr>
          <p:cNvPr id="200" name="Google Shape;200;p27"/>
          <p:cNvSpPr txBox="1"/>
          <p:nvPr>
            <p:ph idx="2" type="body"/>
          </p:nvPr>
        </p:nvSpPr>
        <p:spPr>
          <a:xfrm>
            <a:off x="1115616" y="1447800"/>
            <a:ext cx="7567374" cy="45720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2210"/>
              <a:buChar char="⚫"/>
            </a:pPr>
            <a:r>
              <a:rPr lang="en-US">
                <a:latin typeface="Times New Roman"/>
                <a:ea typeface="Times New Roman"/>
                <a:cs typeface="Times New Roman"/>
                <a:sym typeface="Times New Roman"/>
              </a:rPr>
              <a:t>This feature is mainly used to check the randomness of session tokens provided by the web application. It performs various advanced tests to figure this out.Burp Suite Sequencer is used to figure out the randomness of the session tokens generated by a web application</a:t>
            </a:r>
            <a:endParaRPr>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8"/>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chemeClr val="dk2"/>
              </a:buClr>
              <a:buSzPts val="4000"/>
              <a:buFont typeface="Times New Roman"/>
              <a:buNone/>
            </a:pPr>
            <a:r>
              <a:rPr b="1" lang="en-US" u="sng">
                <a:latin typeface="Times New Roman"/>
                <a:ea typeface="Times New Roman"/>
                <a:cs typeface="Times New Roman"/>
                <a:sym typeface="Times New Roman"/>
              </a:rPr>
              <a:t>Decoder</a:t>
            </a:r>
            <a:endParaRPr/>
          </a:p>
        </p:txBody>
      </p:sp>
      <p:sp>
        <p:nvSpPr>
          <p:cNvPr id="206" name="Google Shape;206;p28"/>
          <p:cNvSpPr txBox="1"/>
          <p:nvPr>
            <p:ph idx="2" type="body"/>
          </p:nvPr>
        </p:nvSpPr>
        <p:spPr>
          <a:xfrm>
            <a:off x="910590" y="1447800"/>
            <a:ext cx="7772400" cy="45720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2210"/>
              <a:buChar char="⚫"/>
            </a:pPr>
            <a:r>
              <a:rPr lang="en-US">
                <a:latin typeface="Times New Roman"/>
                <a:ea typeface="Times New Roman"/>
                <a:cs typeface="Times New Roman"/>
                <a:sym typeface="Times New Roman"/>
              </a:rPr>
              <a:t>Decoder feature is utilized to decode data to get back the original form, or to encode and encrypt the data. Burp Suite Decoder can be used to decode encoded data and get it back into its canonical form. </a:t>
            </a:r>
            <a:endParaRPr>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9"/>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chemeClr val="dk2"/>
              </a:buClr>
              <a:buSzPts val="4000"/>
              <a:buFont typeface="Times New Roman"/>
              <a:buNone/>
            </a:pPr>
            <a:r>
              <a:rPr b="1" lang="en-US" u="sng">
                <a:latin typeface="Times New Roman"/>
                <a:ea typeface="Times New Roman"/>
                <a:cs typeface="Times New Roman"/>
                <a:sym typeface="Times New Roman"/>
              </a:rPr>
              <a:t>Comparer</a:t>
            </a:r>
            <a:endParaRPr/>
          </a:p>
        </p:txBody>
      </p:sp>
      <p:sp>
        <p:nvSpPr>
          <p:cNvPr id="212" name="Google Shape;212;p29"/>
          <p:cNvSpPr txBox="1"/>
          <p:nvPr>
            <p:ph idx="1" type="body"/>
          </p:nvPr>
        </p:nvSpPr>
        <p:spPr>
          <a:xfrm>
            <a:off x="914400" y="1457131"/>
            <a:ext cx="7772400" cy="45720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2210"/>
              <a:buChar char="⚫"/>
            </a:pPr>
            <a:r>
              <a:rPr lang="en-US">
                <a:latin typeface="Times New Roman"/>
                <a:ea typeface="Times New Roman"/>
                <a:cs typeface="Times New Roman"/>
                <a:sym typeface="Times New Roman"/>
              </a:rPr>
              <a:t>Comparer feature of the Burp Suite is used to perform a comparison between any two requests, responses or any other form of data.</a:t>
            </a:r>
            <a:endParaRPr>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0"/>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Autofit/>
          </a:bodyPr>
          <a:lstStyle/>
          <a:p>
            <a:pPr indent="0" lvl="0" marL="0" rtl="0" algn="l">
              <a:spcBef>
                <a:spcPts val="0"/>
              </a:spcBef>
              <a:spcAft>
                <a:spcPts val="0"/>
              </a:spcAft>
              <a:buClr>
                <a:schemeClr val="dk2"/>
              </a:buClr>
              <a:buSzPts val="4000"/>
              <a:buFont typeface="Libre Franklin"/>
              <a:buNone/>
            </a:pPr>
            <a:r>
              <a:t/>
            </a:r>
            <a:endParaRPr/>
          </a:p>
        </p:txBody>
      </p:sp>
      <p:sp>
        <p:nvSpPr>
          <p:cNvPr id="218" name="Google Shape;218;p30"/>
          <p:cNvSpPr txBox="1"/>
          <p:nvPr>
            <p:ph idx="2" type="body"/>
          </p:nvPr>
        </p:nvSpPr>
        <p:spPr>
          <a:xfrm>
            <a:off x="4933950" y="1447800"/>
            <a:ext cx="3749040" cy="4572000"/>
          </a:xfrm>
          <a:prstGeom prst="rect">
            <a:avLst/>
          </a:prstGeom>
          <a:noFill/>
          <a:ln>
            <a:noFill/>
          </a:ln>
        </p:spPr>
        <p:txBody>
          <a:bodyPr anchorCtr="0" anchor="t" bIns="45700" lIns="91425" spcFirstLastPara="1" rIns="91425" wrap="square" tIns="45700">
            <a:noAutofit/>
          </a:bodyPr>
          <a:lstStyle/>
          <a:p>
            <a:pPr indent="-133985" lvl="0" marL="274320" rtl="0" algn="l">
              <a:spcBef>
                <a:spcPts val="0"/>
              </a:spcBef>
              <a:spcAft>
                <a:spcPts val="0"/>
              </a:spcAft>
              <a:buSzPts val="2210"/>
              <a:buNone/>
            </a:pPr>
            <a:r>
              <a:t/>
            </a:r>
            <a:endParaRPr/>
          </a:p>
        </p:txBody>
      </p:sp>
      <p:pic>
        <p:nvPicPr>
          <p:cNvPr descr="Andreas Zeller's Old Blog: Summarizing your presentation with ..." id="219" name="Google Shape;219;p30"/>
          <p:cNvPicPr preferRelativeResize="0"/>
          <p:nvPr>
            <p:ph idx="1" type="body"/>
          </p:nvPr>
        </p:nvPicPr>
        <p:blipFill rotWithShape="1">
          <a:blip r:embed="rId3">
            <a:alphaModFix/>
          </a:blip>
          <a:srcRect b="0" l="0" r="0" t="0"/>
          <a:stretch/>
        </p:blipFill>
        <p:spPr>
          <a:xfrm>
            <a:off x="107504" y="274638"/>
            <a:ext cx="9001000" cy="610669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